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6" r:id="rId2"/>
    <p:sldId id="260" r:id="rId3"/>
    <p:sldId id="259" r:id="rId4"/>
    <p:sldId id="261" r:id="rId5"/>
    <p:sldId id="262" r:id="rId6"/>
    <p:sldId id="263" r:id="rId7"/>
    <p:sldId id="266" r:id="rId8"/>
    <p:sldId id="267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E1D268-4738-442B-B87B-9F473273732A}" v="18" dt="2024-09-09T20:37:25.4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Maurer" userId="63e8d4ad-d51a-484a-93f0-e9b7fcba0e4f" providerId="ADAL" clId="{36ECCD20-A8A9-4C55-AC19-48082CA8DF99}"/>
    <pc:docChg chg="undo custSel addSld modSld sldOrd">
      <pc:chgData name="Tom Maurer" userId="63e8d4ad-d51a-484a-93f0-e9b7fcba0e4f" providerId="ADAL" clId="{36ECCD20-A8A9-4C55-AC19-48082CA8DF99}" dt="2024-08-30T17:47:44.101" v="2107" actId="14100"/>
      <pc:docMkLst>
        <pc:docMk/>
      </pc:docMkLst>
      <pc:sldChg chg="modSp new mod">
        <pc:chgData name="Tom Maurer" userId="63e8d4ad-d51a-484a-93f0-e9b7fcba0e4f" providerId="ADAL" clId="{36ECCD20-A8A9-4C55-AC19-48082CA8DF99}" dt="2024-08-30T16:21:14.245" v="55" actId="20577"/>
        <pc:sldMkLst>
          <pc:docMk/>
          <pc:sldMk cId="1330967993" sldId="256"/>
        </pc:sldMkLst>
        <pc:spChg chg="mod">
          <ac:chgData name="Tom Maurer" userId="63e8d4ad-d51a-484a-93f0-e9b7fcba0e4f" providerId="ADAL" clId="{36ECCD20-A8A9-4C55-AC19-48082CA8DF99}" dt="2024-08-30T16:21:06.989" v="25" actId="20577"/>
          <ac:spMkLst>
            <pc:docMk/>
            <pc:sldMk cId="1330967993" sldId="256"/>
            <ac:spMk id="2" creationId="{31233B63-26CE-A171-AA3C-D22BCC026A82}"/>
          </ac:spMkLst>
        </pc:spChg>
        <pc:spChg chg="mod">
          <ac:chgData name="Tom Maurer" userId="63e8d4ad-d51a-484a-93f0-e9b7fcba0e4f" providerId="ADAL" clId="{36ECCD20-A8A9-4C55-AC19-48082CA8DF99}" dt="2024-08-30T16:21:14.245" v="55" actId="20577"/>
          <ac:spMkLst>
            <pc:docMk/>
            <pc:sldMk cId="1330967993" sldId="256"/>
            <ac:spMk id="3" creationId="{1AD08CB5-82BB-07A5-032A-EFF043ED7BD7}"/>
          </ac:spMkLst>
        </pc:spChg>
      </pc:sldChg>
      <pc:sldChg chg="addSp delSp modSp new mod setBg setClrOvrMap">
        <pc:chgData name="Tom Maurer" userId="63e8d4ad-d51a-484a-93f0-e9b7fcba0e4f" providerId="ADAL" clId="{36ECCD20-A8A9-4C55-AC19-48082CA8DF99}" dt="2024-08-30T16:53:18.981" v="178" actId="26606"/>
        <pc:sldMkLst>
          <pc:docMk/>
          <pc:sldMk cId="323330893" sldId="257"/>
        </pc:sldMkLst>
        <pc:spChg chg="mo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" creationId="{83342110-3FAD-CC97-F8DA-5B0B0C84F635}"/>
          </ac:spMkLst>
        </pc:spChg>
        <pc:spChg chg="add del mo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3" creationId="{DFB90E10-C5C0-3D61-7A10-BA87FE9A79A1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8" creationId="{74CD14DB-BB81-479F-A1FC-1C75640E9F84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9" creationId="{613C9C0A-47AD-49A5-838A-A43281BDCDA3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10" creationId="{C943A91B-7CA7-4592-A975-73B1BF8C4C74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11" creationId="{79507746-2C84-4EB6-B021-47E52891065D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12" creationId="{EC471314-E46A-414B-8D91-74880E84F187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13" creationId="{7B0D28F5-B926-4D9B-9413-91E73A4C62EE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14" creationId="{6A681326-1C9D-44A3-A627-3871BDAE4127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15" creationId="{2B3D24C5-CE61-47C8-A0D0-C767528D128F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17" creationId="{D8B9538A-2A89-47DD-996C-7D2BE2AB6CA0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18" creationId="{E625979B-5325-4898-8EF9-5C174B19218E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19" creationId="{34B22E2B-30D5-47A4-97C5-091EA1ABC728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20" creationId="{9B6DA3CD-A002-40ED-8194-B4E637BD7669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3" creationId="{74CD14DB-BB81-479F-A1FC-1C75640E9F84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4" creationId="{C943A91B-7CA7-4592-A975-73B1BF8C4C74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5" creationId="{EC471314-E46A-414B-8D91-74880E84F187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6" creationId="{6A681326-1C9D-44A3-A627-3871BDAE4127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7" creationId="{DFB90E10-C5C0-3D61-7A10-BA87FE9A79A1}"/>
          </ac:spMkLst>
        </pc:spChg>
        <pc:graphicFrameChg chg="add del">
          <ac:chgData name="Tom Maurer" userId="63e8d4ad-d51a-484a-93f0-e9b7fcba0e4f" providerId="ADAL" clId="{36ECCD20-A8A9-4C55-AC19-48082CA8DF99}" dt="2024-08-30T16:53:16.533" v="175" actId="26606"/>
          <ac:graphicFrameMkLst>
            <pc:docMk/>
            <pc:sldMk cId="323330893" sldId="257"/>
            <ac:graphicFrameMk id="5" creationId="{00BF97FB-C79E-DB21-08D4-F3D94031261B}"/>
          </ac:graphicFrameMkLst>
        </pc:graphicFrameChg>
        <pc:graphicFrameChg chg="add del">
          <ac:chgData name="Tom Maurer" userId="63e8d4ad-d51a-484a-93f0-e9b7fcba0e4f" providerId="ADAL" clId="{36ECCD20-A8A9-4C55-AC19-48082CA8DF99}" dt="2024-08-30T16:53:18.970" v="177" actId="26606"/>
          <ac:graphicFrameMkLst>
            <pc:docMk/>
            <pc:sldMk cId="323330893" sldId="257"/>
            <ac:graphicFrameMk id="21" creationId="{F6F7A19F-BDF1-ECF2-5C59-557FFCD76856}"/>
          </ac:graphicFrameMkLst>
        </pc:graphicFrameChg>
      </pc:sldChg>
      <pc:sldChg chg="addSp modSp add mod ord setBg setClrOvrMap">
        <pc:chgData name="Tom Maurer" userId="63e8d4ad-d51a-484a-93f0-e9b7fcba0e4f" providerId="ADAL" clId="{36ECCD20-A8A9-4C55-AC19-48082CA8DF99}" dt="2024-08-30T16:53:24.001" v="179" actId="20577"/>
        <pc:sldMkLst>
          <pc:docMk/>
          <pc:sldMk cId="0" sldId="259"/>
        </pc:sldMkLst>
        <pc:spChg chg="mod">
          <ac:chgData name="Tom Maurer" userId="63e8d4ad-d51a-484a-93f0-e9b7fcba0e4f" providerId="ADAL" clId="{36ECCD20-A8A9-4C55-AC19-48082CA8DF99}" dt="2024-08-30T16:53:24.001" v="179" actId="20577"/>
          <ac:spMkLst>
            <pc:docMk/>
            <pc:sldMk cId="0" sldId="259"/>
            <ac:spMk id="80" creationId="{00000000-0000-0000-0000-000000000000}"/>
          </ac:spMkLst>
        </pc:spChg>
        <pc:spChg chg="mo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81" creationId="{00000000-0000-0000-0000-000000000000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90" creationId="{1653AB08-C531-42A8-AA8D-C2ABAE87CCE6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96" creationId="{CED2641B-4430-4CF4-89AB-3FADDD630F25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98" creationId="{74CD14DB-BB81-479F-A1FC-1C75640E9F84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100" creationId="{C943A91B-7CA7-4592-A975-73B1BF8C4C74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102" creationId="{EC471314-E46A-414B-8D91-74880E84F187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104" creationId="{6A681326-1C9D-44A3-A627-3871BDAE4127}"/>
          </ac:spMkLst>
        </pc:sp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86" creationId="{5D2D844C-AB64-4A03-80BE-33212E61DD07}"/>
          </ac:picMkLst>
        </pc:pic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88" creationId="{CAAD0E9B-89C2-4268-98B4-BA7BFFF2C705}"/>
          </ac:picMkLst>
        </pc:pic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92" creationId="{72E47EEC-33C8-4EC3-8BFC-BB02B4171FDA}"/>
          </ac:picMkLst>
        </pc:pic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94" creationId="{A8BC9CC6-50D5-4C61-9EDE-315A1B5F14E4}"/>
          </ac:picMkLst>
        </pc:picChg>
      </pc:sldChg>
      <pc:sldChg chg="addSp delSp modSp new mod ord setBg setClrOvrMap">
        <pc:chgData name="Tom Maurer" userId="63e8d4ad-d51a-484a-93f0-e9b7fcba0e4f" providerId="ADAL" clId="{36ECCD20-A8A9-4C55-AC19-48082CA8DF99}" dt="2024-08-30T16:50:59.536" v="170" actId="26606"/>
        <pc:sldMkLst>
          <pc:docMk/>
          <pc:sldMk cId="4008492965" sldId="260"/>
        </pc:sldMkLst>
        <pc:spChg chg="mo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2" creationId="{AF30C6E5-7800-E2E2-1265-BA9366E54E3A}"/>
          </ac:spMkLst>
        </pc:spChg>
        <pc:spChg chg="del">
          <ac:chgData name="Tom Maurer" userId="63e8d4ad-d51a-484a-93f0-e9b7fcba0e4f" providerId="ADAL" clId="{36ECCD20-A8A9-4C55-AC19-48082CA8DF99}" dt="2024-08-30T16:50:51.467" v="169" actId="478"/>
          <ac:spMkLst>
            <pc:docMk/>
            <pc:sldMk cId="4008492965" sldId="260"/>
            <ac:spMk id="3" creationId="{72A71DF0-EEC8-7FA8-A33B-E7B54D079FB3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11" creationId="{1653AB08-C531-42A8-AA8D-C2ABAE87CCE6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17" creationId="{CED2641B-4430-4CF4-89AB-3FADDD630F25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19" creationId="{2B731151-418C-4F0C-BFEC-3E68137FF0E5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21" creationId="{41D25EAF-C5BE-4B57-A0E1-BA35B7C83F54}"/>
          </ac:spMkLst>
        </pc:sp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7" creationId="{5D2D844C-AB64-4A03-80BE-33212E61DD07}"/>
          </ac:picMkLst>
        </pc:pic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9" creationId="{CAAD0E9B-89C2-4268-98B4-BA7BFFF2C705}"/>
          </ac:picMkLst>
        </pc:pic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13" creationId="{72E47EEC-33C8-4EC3-8BFC-BB02B4171FDA}"/>
          </ac:picMkLst>
        </pc:pic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15" creationId="{A8BC9CC6-50D5-4C61-9EDE-315A1B5F14E4}"/>
          </ac:picMkLst>
        </pc:picChg>
      </pc:sldChg>
      <pc:sldChg chg="addSp delSp modSp new mod">
        <pc:chgData name="Tom Maurer" userId="63e8d4ad-d51a-484a-93f0-e9b7fcba0e4f" providerId="ADAL" clId="{36ECCD20-A8A9-4C55-AC19-48082CA8DF99}" dt="2024-08-30T17:00:59.144" v="339"/>
        <pc:sldMkLst>
          <pc:docMk/>
          <pc:sldMk cId="1679553109" sldId="261"/>
        </pc:sldMkLst>
        <pc:spChg chg="mod">
          <ac:chgData name="Tom Maurer" userId="63e8d4ad-d51a-484a-93f0-e9b7fcba0e4f" providerId="ADAL" clId="{36ECCD20-A8A9-4C55-AC19-48082CA8DF99}" dt="2024-08-30T16:53:40.734" v="219" actId="20577"/>
          <ac:spMkLst>
            <pc:docMk/>
            <pc:sldMk cId="1679553109" sldId="261"/>
            <ac:spMk id="2" creationId="{6E0822F7-2E55-734C-F241-A924D662A3B6}"/>
          </ac:spMkLst>
        </pc:spChg>
        <pc:spChg chg="del">
          <ac:chgData name="Tom Maurer" userId="63e8d4ad-d51a-484a-93f0-e9b7fcba0e4f" providerId="ADAL" clId="{36ECCD20-A8A9-4C55-AC19-48082CA8DF99}" dt="2024-08-30T16:56:57.208" v="220" actId="478"/>
          <ac:spMkLst>
            <pc:docMk/>
            <pc:sldMk cId="1679553109" sldId="261"/>
            <ac:spMk id="3" creationId="{BD18BA38-1D54-66B6-BF02-36A35E1CB3BB}"/>
          </ac:spMkLst>
        </pc:spChg>
        <pc:spChg chg="add mod">
          <ac:chgData name="Tom Maurer" userId="63e8d4ad-d51a-484a-93f0-e9b7fcba0e4f" providerId="ADAL" clId="{36ECCD20-A8A9-4C55-AC19-48082CA8DF99}" dt="2024-08-30T16:57:40.316" v="233" actId="14100"/>
          <ac:spMkLst>
            <pc:docMk/>
            <pc:sldMk cId="1679553109" sldId="261"/>
            <ac:spMk id="6" creationId="{52823A96-FBF4-4BE3-8C16-EBE2A5B4D1DB}"/>
          </ac:spMkLst>
        </pc:spChg>
        <pc:spChg chg="add mod">
          <ac:chgData name="Tom Maurer" userId="63e8d4ad-d51a-484a-93f0-e9b7fcba0e4f" providerId="ADAL" clId="{36ECCD20-A8A9-4C55-AC19-48082CA8DF99}" dt="2024-08-30T16:58:10.113" v="250" actId="1076"/>
          <ac:spMkLst>
            <pc:docMk/>
            <pc:sldMk cId="1679553109" sldId="261"/>
            <ac:spMk id="10" creationId="{BB4E29D2-C0C0-D60C-6457-DD3D433DE54A}"/>
          </ac:spMkLst>
        </pc:spChg>
        <pc:spChg chg="add mod">
          <ac:chgData name="Tom Maurer" userId="63e8d4ad-d51a-484a-93f0-e9b7fcba0e4f" providerId="ADAL" clId="{36ECCD20-A8A9-4C55-AC19-48082CA8DF99}" dt="2024-08-30T16:59:07.756" v="254" actId="208"/>
          <ac:spMkLst>
            <pc:docMk/>
            <pc:sldMk cId="1679553109" sldId="261"/>
            <ac:spMk id="11" creationId="{2F363A43-113D-8CFC-A563-4EABCA048737}"/>
          </ac:spMkLst>
        </pc:spChg>
        <pc:spChg chg="add mod">
          <ac:chgData name="Tom Maurer" userId="63e8d4ad-d51a-484a-93f0-e9b7fcba0e4f" providerId="ADAL" clId="{36ECCD20-A8A9-4C55-AC19-48082CA8DF99}" dt="2024-08-30T16:59:46.227" v="308" actId="14100"/>
          <ac:spMkLst>
            <pc:docMk/>
            <pc:sldMk cId="1679553109" sldId="261"/>
            <ac:spMk id="16" creationId="{4AA578E5-5DE5-4E32-DDCA-C9E85C6C48DA}"/>
          </ac:spMkLst>
        </pc:spChg>
        <pc:spChg chg="add del mod">
          <ac:chgData name="Tom Maurer" userId="63e8d4ad-d51a-484a-93f0-e9b7fcba0e4f" providerId="ADAL" clId="{36ECCD20-A8A9-4C55-AC19-48082CA8DF99}" dt="2024-08-30T16:59:57.072" v="311" actId="478"/>
          <ac:spMkLst>
            <pc:docMk/>
            <pc:sldMk cId="1679553109" sldId="261"/>
            <ac:spMk id="17" creationId="{7D9C276E-BA3F-530F-6062-FCE7622CA987}"/>
          </ac:spMkLst>
        </pc:spChg>
        <pc:spChg chg="add mod">
          <ac:chgData name="Tom Maurer" userId="63e8d4ad-d51a-484a-93f0-e9b7fcba0e4f" providerId="ADAL" clId="{36ECCD20-A8A9-4C55-AC19-48082CA8DF99}" dt="2024-08-30T17:00:09.190" v="315" actId="208"/>
          <ac:spMkLst>
            <pc:docMk/>
            <pc:sldMk cId="1679553109" sldId="261"/>
            <ac:spMk id="18" creationId="{319D36AA-A3CF-B238-CF35-B13DDBB78A62}"/>
          </ac:spMkLst>
        </pc:spChg>
        <pc:spChg chg="add mod">
          <ac:chgData name="Tom Maurer" userId="63e8d4ad-d51a-484a-93f0-e9b7fcba0e4f" providerId="ADAL" clId="{36ECCD20-A8A9-4C55-AC19-48082CA8DF99}" dt="2024-08-30T17:00:52.468" v="338" actId="1076"/>
          <ac:spMkLst>
            <pc:docMk/>
            <pc:sldMk cId="1679553109" sldId="261"/>
            <ac:spMk id="24" creationId="{3ED0E233-9DF0-BB73-9C12-A8F6CC4BC768}"/>
          </ac:spMkLst>
        </pc:spChg>
        <pc:picChg chg="add mod">
          <ac:chgData name="Tom Maurer" userId="63e8d4ad-d51a-484a-93f0-e9b7fcba0e4f" providerId="ADAL" clId="{36ECCD20-A8A9-4C55-AC19-48082CA8DF99}" dt="2024-08-30T16:57:08.010" v="227" actId="1076"/>
          <ac:picMkLst>
            <pc:docMk/>
            <pc:sldMk cId="1679553109" sldId="261"/>
            <ac:picMk id="5" creationId="{A5F7F69C-A809-AE66-8336-5D66C6417C4B}"/>
          </ac:picMkLst>
        </pc:picChg>
        <pc:cxnChg chg="add mod">
          <ac:chgData name="Tom Maurer" userId="63e8d4ad-d51a-484a-93f0-e9b7fcba0e4f" providerId="ADAL" clId="{36ECCD20-A8A9-4C55-AC19-48082CA8DF99}" dt="2024-08-30T16:57:59.075" v="237" actId="14100"/>
          <ac:cxnSpMkLst>
            <pc:docMk/>
            <pc:sldMk cId="1679553109" sldId="261"/>
            <ac:cxnSpMk id="8" creationId="{11D6C71B-3F8D-78AD-542C-C420E73F835A}"/>
          </ac:cxnSpMkLst>
        </pc:cxnChg>
        <pc:cxnChg chg="add mod">
          <ac:chgData name="Tom Maurer" userId="63e8d4ad-d51a-484a-93f0-e9b7fcba0e4f" providerId="ADAL" clId="{36ECCD20-A8A9-4C55-AC19-48082CA8DF99}" dt="2024-08-30T16:59:17.772" v="260" actId="208"/>
          <ac:cxnSpMkLst>
            <pc:docMk/>
            <pc:sldMk cId="1679553109" sldId="261"/>
            <ac:cxnSpMk id="12" creationId="{E36FF68C-8224-7205-986B-EA0FDFE14726}"/>
          </ac:cxnSpMkLst>
        </pc:cxnChg>
        <pc:cxnChg chg="add mod">
          <ac:chgData name="Tom Maurer" userId="63e8d4ad-d51a-484a-93f0-e9b7fcba0e4f" providerId="ADAL" clId="{36ECCD20-A8A9-4C55-AC19-48082CA8DF99}" dt="2024-08-30T17:00:26.571" v="322" actId="14100"/>
          <ac:cxnSpMkLst>
            <pc:docMk/>
            <pc:sldMk cId="1679553109" sldId="261"/>
            <ac:cxnSpMk id="19" creationId="{C32B9307-593F-3844-FA0B-DE7703860FF0}"/>
          </ac:cxnSpMkLst>
        </pc:cxnChg>
        <pc:cxnChg chg="add mod">
          <ac:chgData name="Tom Maurer" userId="63e8d4ad-d51a-484a-93f0-e9b7fcba0e4f" providerId="ADAL" clId="{36ECCD20-A8A9-4C55-AC19-48082CA8DF99}" dt="2024-08-30T17:00:59.144" v="339"/>
          <ac:cxnSpMkLst>
            <pc:docMk/>
            <pc:sldMk cId="1679553109" sldId="261"/>
            <ac:cxnSpMk id="25" creationId="{BAEBAE63-967D-F242-5B7F-F2DB2C48DC79}"/>
          </ac:cxnSpMkLst>
        </pc:cxnChg>
      </pc:sldChg>
      <pc:sldChg chg="addSp delSp modSp add mod setBg setClrOvrMap">
        <pc:chgData name="Tom Maurer" userId="63e8d4ad-d51a-484a-93f0-e9b7fcba0e4f" providerId="ADAL" clId="{36ECCD20-A8A9-4C55-AC19-48082CA8DF99}" dt="2024-08-30T17:12:27.562" v="1321" actId="20577"/>
        <pc:sldMkLst>
          <pc:docMk/>
          <pc:sldMk cId="2194712446" sldId="262"/>
        </pc:sldMkLst>
        <pc:spChg chg="mo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" creationId="{6E0822F7-2E55-734C-F241-A924D662A3B6}"/>
          </ac:spMkLst>
        </pc:spChg>
        <pc:spChg chg="add mod">
          <ac:chgData name="Tom Maurer" userId="63e8d4ad-d51a-484a-93f0-e9b7fcba0e4f" providerId="ADAL" clId="{36ECCD20-A8A9-4C55-AC19-48082CA8DF99}" dt="2024-08-30T17:12:27.562" v="1321" actId="20577"/>
          <ac:spMkLst>
            <pc:docMk/>
            <pc:sldMk cId="2194712446" sldId="262"/>
            <ac:spMk id="3" creationId="{61DAA013-88AE-1D83-B18E-68C101614659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6" creationId="{52823A96-FBF4-4BE3-8C16-EBE2A5B4D1DB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7" creationId="{74CD14DB-BB81-479F-A1FC-1C75640E9F84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9" creationId="{C943A91B-7CA7-4592-A975-73B1BF8C4C74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0" creationId="{BB4E29D2-C0C0-D60C-6457-DD3D433DE54A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1" creationId="{2F363A43-113D-8CFC-A563-4EABCA048737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13" creationId="{EC471314-E46A-414B-8D91-74880E84F187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14" creationId="{6A681326-1C9D-44A3-A627-3871BDAE4127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6" creationId="{4AA578E5-5DE5-4E32-DDCA-C9E85C6C48DA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17" creationId="{052BEFF1-896C-45B1-B02C-96A6A1BC389A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8" creationId="{319D36AA-A3CF-B238-CF35-B13DDBB78A62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0" creationId="{BB237A14-61B1-4C00-A670-5D8D68A8668E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1" creationId="{8598F259-6F54-47A3-8D13-1603D786A328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2" creationId="{0BA768A8-4FED-4ED8-9E46-6BE72188ECD2}"/>
          </ac:spMkLst>
        </pc:spChg>
        <pc:spChg chg="del mod">
          <ac:chgData name="Tom Maurer" userId="63e8d4ad-d51a-484a-93f0-e9b7fcba0e4f" providerId="ADAL" clId="{36ECCD20-A8A9-4C55-AC19-48082CA8DF99}" dt="2024-08-30T17:01:23.952" v="364" actId="478"/>
          <ac:spMkLst>
            <pc:docMk/>
            <pc:sldMk cId="2194712446" sldId="262"/>
            <ac:spMk id="24" creationId="{3ED0E233-9DF0-BB73-9C12-A8F6CC4BC768}"/>
          </ac:spMkLst>
        </pc:spChg>
        <pc:picChg chg="del">
          <ac:chgData name="Tom Maurer" userId="63e8d4ad-d51a-484a-93f0-e9b7fcba0e4f" providerId="ADAL" clId="{36ECCD20-A8A9-4C55-AC19-48082CA8DF99}" dt="2024-08-30T17:01:14.262" v="359" actId="478"/>
          <ac:picMkLst>
            <pc:docMk/>
            <pc:sldMk cId="2194712446" sldId="262"/>
            <ac:picMk id="5" creationId="{A5F7F69C-A809-AE66-8336-5D66C6417C4B}"/>
          </ac:picMkLst>
        </pc:picChg>
        <pc:cxnChg chg="del mod">
          <ac:chgData name="Tom Maurer" userId="63e8d4ad-d51a-484a-93f0-e9b7fcba0e4f" providerId="ADAL" clId="{36ECCD20-A8A9-4C55-AC19-48082CA8DF99}" dt="2024-08-30T17:01:20.480" v="362" actId="478"/>
          <ac:cxnSpMkLst>
            <pc:docMk/>
            <pc:sldMk cId="2194712446" sldId="262"/>
            <ac:cxnSpMk id="8" creationId="{11D6C71B-3F8D-78AD-542C-C420E73F835A}"/>
          </ac:cxnSpMkLst>
        </pc:cxnChg>
        <pc:cxnChg chg="del mod">
          <ac:chgData name="Tom Maurer" userId="63e8d4ad-d51a-484a-93f0-e9b7fcba0e4f" providerId="ADAL" clId="{36ECCD20-A8A9-4C55-AC19-48082CA8DF99}" dt="2024-08-30T17:01:20.480" v="362" actId="478"/>
          <ac:cxnSpMkLst>
            <pc:docMk/>
            <pc:sldMk cId="2194712446" sldId="262"/>
            <ac:cxnSpMk id="12" creationId="{E36FF68C-8224-7205-986B-EA0FDFE14726}"/>
          </ac:cxnSpMkLst>
        </pc:cxnChg>
        <pc:cxnChg chg="del mod">
          <ac:chgData name="Tom Maurer" userId="63e8d4ad-d51a-484a-93f0-e9b7fcba0e4f" providerId="ADAL" clId="{36ECCD20-A8A9-4C55-AC19-48082CA8DF99}" dt="2024-08-30T17:01:20.480" v="362" actId="478"/>
          <ac:cxnSpMkLst>
            <pc:docMk/>
            <pc:sldMk cId="2194712446" sldId="262"/>
            <ac:cxnSpMk id="19" creationId="{C32B9307-593F-3844-FA0B-DE7703860FF0}"/>
          </ac:cxnSpMkLst>
        </pc:cxnChg>
      </pc:sldChg>
      <pc:sldChg chg="addSp delSp modSp new mod setBg">
        <pc:chgData name="Tom Maurer" userId="63e8d4ad-d51a-484a-93f0-e9b7fcba0e4f" providerId="ADAL" clId="{36ECCD20-A8A9-4C55-AC19-48082CA8DF99}" dt="2024-08-30T17:20:18.003" v="1354" actId="207"/>
        <pc:sldMkLst>
          <pc:docMk/>
          <pc:sldMk cId="1217833227" sldId="263"/>
        </pc:sldMkLst>
        <pc:spChg chg="mo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" creationId="{E5B5C4F0-8297-1AA0-55CF-03DE58944232}"/>
          </ac:spMkLst>
        </pc:spChg>
        <pc:spChg chg="del">
          <ac:chgData name="Tom Maurer" userId="63e8d4ad-d51a-484a-93f0-e9b7fcba0e4f" providerId="ADAL" clId="{36ECCD20-A8A9-4C55-AC19-48082CA8DF99}" dt="2024-08-30T17:15:36.299" v="1328" actId="478"/>
          <ac:spMkLst>
            <pc:docMk/>
            <pc:sldMk cId="1217833227" sldId="263"/>
            <ac:spMk id="3" creationId="{51585CFC-F296-0380-FB2F-2CFA5478804A}"/>
          </ac:spMkLst>
        </pc:spChg>
        <pc:spChg chg="add mod">
          <ac:chgData name="Tom Maurer" userId="63e8d4ad-d51a-484a-93f0-e9b7fcba0e4f" providerId="ADAL" clId="{36ECCD20-A8A9-4C55-AC19-48082CA8DF99}" dt="2024-08-30T17:20:06.920" v="1341" actId="1582"/>
          <ac:spMkLst>
            <pc:docMk/>
            <pc:sldMk cId="1217833227" sldId="263"/>
            <ac:spMk id="8" creationId="{5AD6E78B-F88D-9B66-7960-D3C15541ECA5}"/>
          </ac:spMkLst>
        </pc:spChg>
        <pc:spChg chg="add mod">
          <ac:chgData name="Tom Maurer" userId="63e8d4ad-d51a-484a-93f0-e9b7fcba0e4f" providerId="ADAL" clId="{36ECCD20-A8A9-4C55-AC19-48082CA8DF99}" dt="2024-08-30T17:20:18.003" v="1354" actId="207"/>
          <ac:spMkLst>
            <pc:docMk/>
            <pc:sldMk cId="1217833227" sldId="263"/>
            <ac:spMk id="9" creationId="{1413D02C-3D9E-1FA5-ECC6-B98189033641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16" creationId="{B9C04DC5-313B-4FE4-B868-5672A376419F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2" creationId="{329FDD08-42D8-4AFF-90E5-5DAA5BC4CBD8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4" creationId="{C9583823-2AA3-46EB-A803-287EC900BC41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6" creationId="{CA87D9D8-42FB-4157-A365-AD97CC6BAFEC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8" creationId="{2E6028E3-4806-4E1D-A24F-F8166F67F411}"/>
          </ac:spMkLst>
        </pc:spChg>
        <pc:picChg chg="add del">
          <ac:chgData name="Tom Maurer" userId="63e8d4ad-d51a-484a-93f0-e9b7fcba0e4f" providerId="ADAL" clId="{36ECCD20-A8A9-4C55-AC19-48082CA8DF99}" dt="2024-08-30T17:18:48.943" v="1330" actId="22"/>
          <ac:picMkLst>
            <pc:docMk/>
            <pc:sldMk cId="1217833227" sldId="263"/>
            <ac:picMk id="5" creationId="{712D322B-D132-1863-A9F3-49B44F59B457}"/>
          </ac:picMkLst>
        </pc:picChg>
        <pc:picChg chg="add mod">
          <ac:chgData name="Tom Maurer" userId="63e8d4ad-d51a-484a-93f0-e9b7fcba0e4f" providerId="ADAL" clId="{36ECCD20-A8A9-4C55-AC19-48082CA8DF99}" dt="2024-08-30T17:19:53.134" v="1337" actId="1076"/>
          <ac:picMkLst>
            <pc:docMk/>
            <pc:sldMk cId="1217833227" sldId="263"/>
            <ac:picMk id="7" creationId="{4EC23501-945A-1ACB-1C0D-DDC01D02FC3B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12" creationId="{7594FC8B-8CD2-407F-94F1-9C71F5AEC2B6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14" creationId="{DBABC971-8D40-4A4F-AC60-28B9172789B9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18" creationId="{791AE23E-90C9-4963-96E2-8DADBFC3BC09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20" creationId="{C5F93E90-4379-4AAC-B021-E5FA6D974AED}"/>
          </ac:picMkLst>
        </pc:picChg>
      </pc:sldChg>
      <pc:sldChg chg="addSp delSp modSp new mod setBg">
        <pc:chgData name="Tom Maurer" userId="63e8d4ad-d51a-484a-93f0-e9b7fcba0e4f" providerId="ADAL" clId="{36ECCD20-A8A9-4C55-AC19-48082CA8DF99}" dt="2024-08-30T17:36:28.188" v="1485" actId="1038"/>
        <pc:sldMkLst>
          <pc:docMk/>
          <pc:sldMk cId="1884381967" sldId="264"/>
        </pc:sldMkLst>
        <pc:spChg chg="mo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2" creationId="{392E134B-6B7E-3E4B-3140-718080413242}"/>
          </ac:spMkLst>
        </pc:spChg>
        <pc:spChg chg="del">
          <ac:chgData name="Tom Maurer" userId="63e8d4ad-d51a-484a-93f0-e9b7fcba0e4f" providerId="ADAL" clId="{36ECCD20-A8A9-4C55-AC19-48082CA8DF99}" dt="2024-08-30T17:28:45.418" v="1376" actId="478"/>
          <ac:spMkLst>
            <pc:docMk/>
            <pc:sldMk cId="1884381967" sldId="264"/>
            <ac:spMk id="3" creationId="{CEBA431E-B3F9-32EC-78FB-785BC275B357}"/>
          </ac:spMkLst>
        </pc:spChg>
        <pc:spChg chg="add mod">
          <ac:chgData name="Tom Maurer" userId="63e8d4ad-d51a-484a-93f0-e9b7fcba0e4f" providerId="ADAL" clId="{36ECCD20-A8A9-4C55-AC19-48082CA8DF99}" dt="2024-08-30T17:35:24.880" v="1461" actId="1076"/>
          <ac:spMkLst>
            <pc:docMk/>
            <pc:sldMk cId="1884381967" sldId="264"/>
            <ac:spMk id="6" creationId="{EAE77A6A-13A5-ED27-0546-7BDD0360B1DA}"/>
          </ac:spMkLst>
        </pc:spChg>
        <pc:spChg chg="add del">
          <ac:chgData name="Tom Maurer" userId="63e8d4ad-d51a-484a-93f0-e9b7fcba0e4f" providerId="ADAL" clId="{36ECCD20-A8A9-4C55-AC19-48082CA8DF99}" dt="2024-08-30T17:34:54.535" v="1445" actId="11529"/>
          <ac:spMkLst>
            <pc:docMk/>
            <pc:sldMk cId="1884381967" sldId="264"/>
            <ac:spMk id="11" creationId="{67BDF0CB-F166-9E2D-6AB1-8D618361C3F2}"/>
          </ac:spMkLst>
        </pc:spChg>
        <pc:spChg chg="add mod">
          <ac:chgData name="Tom Maurer" userId="63e8d4ad-d51a-484a-93f0-e9b7fcba0e4f" providerId="ADAL" clId="{36ECCD20-A8A9-4C55-AC19-48082CA8DF99}" dt="2024-08-30T17:35:05.753" v="1448" actId="1076"/>
          <ac:spMkLst>
            <pc:docMk/>
            <pc:sldMk cId="1884381967" sldId="264"/>
            <ac:spMk id="13" creationId="{6A85909A-1094-D734-8BCC-08405E118F9A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14" creationId="{B9C04DC5-313B-4FE4-B868-5672A376419F}"/>
          </ac:spMkLst>
        </pc:spChg>
        <pc:spChg chg="add mod">
          <ac:chgData name="Tom Maurer" userId="63e8d4ad-d51a-484a-93f0-e9b7fcba0e4f" providerId="ADAL" clId="{36ECCD20-A8A9-4C55-AC19-48082CA8DF99}" dt="2024-08-30T17:35:19.270" v="1458" actId="1037"/>
          <ac:spMkLst>
            <pc:docMk/>
            <pc:sldMk cId="1884381967" sldId="264"/>
            <ac:spMk id="15" creationId="{00893ADF-11EE-5FD1-3790-76054505D0A5}"/>
          </ac:spMkLst>
        </pc:spChg>
        <pc:spChg chg="add mod">
          <ac:chgData name="Tom Maurer" userId="63e8d4ad-d51a-484a-93f0-e9b7fcba0e4f" providerId="ADAL" clId="{36ECCD20-A8A9-4C55-AC19-48082CA8DF99}" dt="2024-08-30T17:35:34.547" v="1473" actId="1037"/>
          <ac:spMkLst>
            <pc:docMk/>
            <pc:sldMk cId="1884381967" sldId="264"/>
            <ac:spMk id="17" creationId="{0E703B38-65A8-8FEC-0CA8-FF2E9FC9F11D}"/>
          </ac:spMkLst>
        </pc:spChg>
        <pc:spChg chg="add mod">
          <ac:chgData name="Tom Maurer" userId="63e8d4ad-d51a-484a-93f0-e9b7fcba0e4f" providerId="ADAL" clId="{36ECCD20-A8A9-4C55-AC19-48082CA8DF99}" dt="2024-08-30T17:36:01.013" v="1476" actId="14100"/>
          <ac:spMkLst>
            <pc:docMk/>
            <pc:sldMk cId="1884381967" sldId="264"/>
            <ac:spMk id="19" creationId="{D348ED7D-2C31-575E-7F33-1045EDA6F6DA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0" creationId="{329FDD08-42D8-4AFF-90E5-5DAA5BC4CBD8}"/>
          </ac:spMkLst>
        </pc:spChg>
        <pc:spChg chg="add mod">
          <ac:chgData name="Tom Maurer" userId="63e8d4ad-d51a-484a-93f0-e9b7fcba0e4f" providerId="ADAL" clId="{36ECCD20-A8A9-4C55-AC19-48082CA8DF99}" dt="2024-08-30T17:36:28.188" v="1485" actId="1038"/>
          <ac:spMkLst>
            <pc:docMk/>
            <pc:sldMk cId="1884381967" sldId="264"/>
            <ac:spMk id="21" creationId="{AF42AE40-7AEB-A2A9-8272-F690CF9BF1D6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2" creationId="{C9583823-2AA3-46EB-A803-287EC900BC41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4" creationId="{CA87D9D8-42FB-4157-A365-AD97CC6BAFEC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6" creationId="{2E6028E3-4806-4E1D-A24F-F8166F67F411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0" creationId="{B9C04DC5-313B-4FE4-B868-5672A376419F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3" creationId="{329FDD08-42D8-4AFF-90E5-5DAA5BC4CBD8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4" creationId="{4C1E981B-F06E-48B4-9275-F4B261AFCAC0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5" creationId="{312E2C24-0CD2-4071-8CE2-B059993A99EF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6" creationId="{24F1DC13-C830-4B86-A9C6-927F5C55DBD7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45" creationId="{B9C04DC5-313B-4FE4-B868-5672A376419F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1" creationId="{329FDD08-42D8-4AFF-90E5-5DAA5BC4CBD8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3" creationId="{4C1E981B-F06E-48B4-9275-F4B261AFCAC0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5" creationId="{312E2C24-0CD2-4071-8CE2-B059993A99EF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7" creationId="{24F1DC13-C830-4B86-A9C6-927F5C55DBD7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1" creationId="{B9C04DC5-313B-4FE4-B868-5672A376419F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4" creationId="{329FDD08-42D8-4AFF-90E5-5DAA5BC4CBD8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5" creationId="{C9583823-2AA3-46EB-A803-287EC900BC41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6" creationId="{CA87D9D8-42FB-4157-A365-AD97CC6BAFEC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7" creationId="{2E6028E3-4806-4E1D-A24F-F8166F67F411}"/>
          </ac:spMkLst>
        </pc:spChg>
        <pc:picChg chg="add mod">
          <ac:chgData name="Tom Maurer" userId="63e8d4ad-d51a-484a-93f0-e9b7fcba0e4f" providerId="ADAL" clId="{36ECCD20-A8A9-4C55-AC19-48082CA8DF99}" dt="2024-08-30T17:35:26.441" v="1463" actId="1076"/>
          <ac:picMkLst>
            <pc:docMk/>
            <pc:sldMk cId="1884381967" sldId="264"/>
            <ac:picMk id="5" creationId="{CC238A25-C829-1C2F-2BD2-7F99E331D858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0" creationId="{7594FC8B-8CD2-407F-94F1-9C71F5AEC2B6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2" creationId="{DBABC971-8D40-4A4F-AC60-28B9172789B9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6" creationId="{791AE23E-90C9-4963-96E2-8DADBFC3BC09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8" creationId="{C5F93E90-4379-4AAC-B021-E5FA6D974AED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28" creationId="{7594FC8B-8CD2-407F-94F1-9C71F5AEC2B6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29" creationId="{DBABC971-8D40-4A4F-AC60-28B9172789B9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31" creationId="{791AE23E-90C9-4963-96E2-8DADBFC3BC09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32" creationId="{C5F93E90-4379-4AAC-B021-E5FA6D974AED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1" creationId="{7594FC8B-8CD2-407F-94F1-9C71F5AEC2B6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3" creationId="{DBABC971-8D40-4A4F-AC60-28B9172789B9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7" creationId="{791AE23E-90C9-4963-96E2-8DADBFC3BC09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9" creationId="{C5F93E90-4379-4AAC-B021-E5FA6D974AED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59" creationId="{7594FC8B-8CD2-407F-94F1-9C71F5AEC2B6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60" creationId="{DBABC971-8D40-4A4F-AC60-28B9172789B9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62" creationId="{791AE23E-90C9-4963-96E2-8DADBFC3BC09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63" creationId="{C5F93E90-4379-4AAC-B021-E5FA6D974AED}"/>
          </ac:picMkLst>
        </pc:picChg>
        <pc:cxnChg chg="add del mod">
          <ac:chgData name="Tom Maurer" userId="63e8d4ad-d51a-484a-93f0-e9b7fcba0e4f" providerId="ADAL" clId="{36ECCD20-A8A9-4C55-AC19-48082CA8DF99}" dt="2024-08-30T17:34:49.871" v="1443" actId="478"/>
          <ac:cxnSpMkLst>
            <pc:docMk/>
            <pc:sldMk cId="1884381967" sldId="264"/>
            <ac:cxnSpMk id="8" creationId="{13DE8CF0-8847-5D52-64E0-43499DA5303B}"/>
          </ac:cxnSpMkLst>
        </pc:cxnChg>
      </pc:sldChg>
      <pc:sldChg chg="addSp modSp new mod ord">
        <pc:chgData name="Tom Maurer" userId="63e8d4ad-d51a-484a-93f0-e9b7fcba0e4f" providerId="ADAL" clId="{36ECCD20-A8A9-4C55-AC19-48082CA8DF99}" dt="2024-08-30T17:47:44.101" v="2107" actId="14100"/>
        <pc:sldMkLst>
          <pc:docMk/>
          <pc:sldMk cId="3663277866" sldId="265"/>
        </pc:sldMkLst>
        <pc:spChg chg="mod">
          <ac:chgData name="Tom Maurer" userId="63e8d4ad-d51a-484a-93f0-e9b7fcba0e4f" providerId="ADAL" clId="{36ECCD20-A8A9-4C55-AC19-48082CA8DF99}" dt="2024-08-30T17:37:06.523" v="1497" actId="20577"/>
          <ac:spMkLst>
            <pc:docMk/>
            <pc:sldMk cId="3663277866" sldId="265"/>
            <ac:spMk id="2" creationId="{E65AFB3D-8688-FACA-447D-DB8190346094}"/>
          </ac:spMkLst>
        </pc:spChg>
        <pc:spChg chg="mod">
          <ac:chgData name="Tom Maurer" userId="63e8d4ad-d51a-484a-93f0-e9b7fcba0e4f" providerId="ADAL" clId="{36ECCD20-A8A9-4C55-AC19-48082CA8DF99}" dt="2024-08-30T17:47:23.937" v="2104" actId="20577"/>
          <ac:spMkLst>
            <pc:docMk/>
            <pc:sldMk cId="3663277866" sldId="265"/>
            <ac:spMk id="3" creationId="{24C1DB8E-1371-CBA0-5121-F7D0DAEC90E0}"/>
          </ac:spMkLst>
        </pc:spChg>
        <pc:picChg chg="add mod">
          <ac:chgData name="Tom Maurer" userId="63e8d4ad-d51a-484a-93f0-e9b7fcba0e4f" providerId="ADAL" clId="{36ECCD20-A8A9-4C55-AC19-48082CA8DF99}" dt="2024-08-30T17:46:55.072" v="1952" actId="1076"/>
          <ac:picMkLst>
            <pc:docMk/>
            <pc:sldMk cId="3663277866" sldId="265"/>
            <ac:picMk id="5" creationId="{37A066C4-27BA-5FE7-167D-68AD188936D2}"/>
          </ac:picMkLst>
        </pc:picChg>
        <pc:picChg chg="add mod">
          <ac:chgData name="Tom Maurer" userId="63e8d4ad-d51a-484a-93f0-e9b7fcba0e4f" providerId="ADAL" clId="{36ECCD20-A8A9-4C55-AC19-48082CA8DF99}" dt="2024-08-30T17:46:57.675" v="1953" actId="1076"/>
          <ac:picMkLst>
            <pc:docMk/>
            <pc:sldMk cId="3663277866" sldId="265"/>
            <ac:picMk id="7" creationId="{340517D1-1F56-05D0-365E-9CA823829B39}"/>
          </ac:picMkLst>
        </pc:picChg>
        <pc:picChg chg="add mod">
          <ac:chgData name="Tom Maurer" userId="63e8d4ad-d51a-484a-93f0-e9b7fcba0e4f" providerId="ADAL" clId="{36ECCD20-A8A9-4C55-AC19-48082CA8DF99}" dt="2024-08-30T17:47:44.101" v="2107" actId="14100"/>
          <ac:picMkLst>
            <pc:docMk/>
            <pc:sldMk cId="3663277866" sldId="265"/>
            <ac:picMk id="9" creationId="{89041DF9-7DB1-931D-9BF6-AD55D578BDB0}"/>
          </ac:picMkLst>
        </pc:picChg>
      </pc:sldChg>
    </pc:docChg>
  </pc:docChgLst>
  <pc:docChgLst>
    <pc:chgData name="Tom Maurer" userId="63e8d4ad-d51a-484a-93f0-e9b7fcba0e4f" providerId="ADAL" clId="{AAE1D268-4738-442B-B87B-9F473273732A}"/>
    <pc:docChg chg="undo custSel addSld modSld sldOrd">
      <pc:chgData name="Tom Maurer" userId="63e8d4ad-d51a-484a-93f0-e9b7fcba0e4f" providerId="ADAL" clId="{AAE1D268-4738-442B-B87B-9F473273732A}" dt="2024-09-09T20:37:53.914" v="1448" actId="1076"/>
      <pc:docMkLst>
        <pc:docMk/>
      </pc:docMkLst>
      <pc:sldChg chg="modSp mod">
        <pc:chgData name="Tom Maurer" userId="63e8d4ad-d51a-484a-93f0-e9b7fcba0e4f" providerId="ADAL" clId="{AAE1D268-4738-442B-B87B-9F473273732A}" dt="2024-09-09T15:18:35.659" v="15" actId="20577"/>
        <pc:sldMkLst>
          <pc:docMk/>
          <pc:sldMk cId="1330967993" sldId="256"/>
        </pc:sldMkLst>
        <pc:spChg chg="mod">
          <ac:chgData name="Tom Maurer" userId="63e8d4ad-d51a-484a-93f0-e9b7fcba0e4f" providerId="ADAL" clId="{AAE1D268-4738-442B-B87B-9F473273732A}" dt="2024-09-09T15:18:35.659" v="15" actId="20577"/>
          <ac:spMkLst>
            <pc:docMk/>
            <pc:sldMk cId="1330967993" sldId="256"/>
            <ac:spMk id="2" creationId="{31233B63-26CE-A171-AA3C-D22BCC026A82}"/>
          </ac:spMkLst>
        </pc:spChg>
      </pc:sldChg>
      <pc:sldChg chg="addSp delSp modSp mod setBg">
        <pc:chgData name="Tom Maurer" userId="63e8d4ad-d51a-484a-93f0-e9b7fcba0e4f" providerId="ADAL" clId="{AAE1D268-4738-442B-B87B-9F473273732A}" dt="2024-09-09T15:28:29.369" v="263" actId="1076"/>
        <pc:sldMkLst>
          <pc:docMk/>
          <pc:sldMk cId="1679553109" sldId="261"/>
        </pc:sldMkLst>
        <pc:spChg chg="mod">
          <ac:chgData name="Tom Maurer" userId="63e8d4ad-d51a-484a-93f0-e9b7fcba0e4f" providerId="ADAL" clId="{AAE1D268-4738-442B-B87B-9F473273732A}" dt="2024-09-09T15:28:23.850" v="260" actId="26606"/>
          <ac:spMkLst>
            <pc:docMk/>
            <pc:sldMk cId="1679553109" sldId="261"/>
            <ac:spMk id="2" creationId="{6E0822F7-2E55-734C-F241-A924D662A3B6}"/>
          </ac:spMkLst>
        </pc:spChg>
        <pc:spChg chg="mod">
          <ac:chgData name="Tom Maurer" userId="63e8d4ad-d51a-484a-93f0-e9b7fcba0e4f" providerId="ADAL" clId="{AAE1D268-4738-442B-B87B-9F473273732A}" dt="2024-09-09T15:28:23.850" v="260" actId="26606"/>
          <ac:spMkLst>
            <pc:docMk/>
            <pc:sldMk cId="1679553109" sldId="261"/>
            <ac:spMk id="3" creationId="{C5E72B8D-23D6-3FC4-8010-CD2BB7F00644}"/>
          </ac:spMkLst>
        </pc:spChg>
        <pc:spChg chg="del">
          <ac:chgData name="Tom Maurer" userId="63e8d4ad-d51a-484a-93f0-e9b7fcba0e4f" providerId="ADAL" clId="{AAE1D268-4738-442B-B87B-9F473273732A}" dt="2024-09-09T15:27:47.512" v="254" actId="478"/>
          <ac:spMkLst>
            <pc:docMk/>
            <pc:sldMk cId="1679553109" sldId="261"/>
            <ac:spMk id="4" creationId="{E13BF161-CC87-D20C-4565-990B8DBA56B5}"/>
          </ac:spMkLst>
        </pc:spChg>
        <pc:spChg chg="del">
          <ac:chgData name="Tom Maurer" userId="63e8d4ad-d51a-484a-93f0-e9b7fcba0e4f" providerId="ADAL" clId="{AAE1D268-4738-442B-B87B-9F473273732A}" dt="2024-09-09T15:27:49.068" v="255" actId="478"/>
          <ac:spMkLst>
            <pc:docMk/>
            <pc:sldMk cId="1679553109" sldId="261"/>
            <ac:spMk id="7" creationId="{49C0300A-EF67-82D8-67FC-B10FC0AC8BB2}"/>
          </ac:spMkLst>
        </pc:spChg>
        <pc:spChg chg="add del">
          <ac:chgData name="Tom Maurer" userId="63e8d4ad-d51a-484a-93f0-e9b7fcba0e4f" providerId="ADAL" clId="{AAE1D268-4738-442B-B87B-9F473273732A}" dt="2024-09-09T15:28:23.850" v="260" actId="26606"/>
          <ac:spMkLst>
            <pc:docMk/>
            <pc:sldMk cId="1679553109" sldId="261"/>
            <ac:spMk id="9" creationId="{A89F1728-E5A8-4BD0-B9CA-EEF2932EF7FF}"/>
          </ac:spMkLst>
        </pc:spChg>
        <pc:spChg chg="add del">
          <ac:chgData name="Tom Maurer" userId="63e8d4ad-d51a-484a-93f0-e9b7fcba0e4f" providerId="ADAL" clId="{AAE1D268-4738-442B-B87B-9F473273732A}" dt="2024-09-09T15:28:23.850" v="260" actId="26606"/>
          <ac:spMkLst>
            <pc:docMk/>
            <pc:sldMk cId="1679553109" sldId="261"/>
            <ac:spMk id="13" creationId="{BB9D57DE-38E5-4D79-A639-6C94A39EFA81}"/>
          </ac:spMkLst>
        </pc:spChg>
        <pc:spChg chg="add del">
          <ac:chgData name="Tom Maurer" userId="63e8d4ad-d51a-484a-93f0-e9b7fcba0e4f" providerId="ADAL" clId="{AAE1D268-4738-442B-B87B-9F473273732A}" dt="2024-09-09T15:28:23.850" v="260" actId="26606"/>
          <ac:spMkLst>
            <pc:docMk/>
            <pc:sldMk cId="1679553109" sldId="261"/>
            <ac:spMk id="14" creationId="{D169092A-AB26-44D5-B7AB-FCEF25A5A7F0}"/>
          </ac:spMkLst>
        </pc:spChg>
        <pc:spChg chg="add del">
          <ac:chgData name="Tom Maurer" userId="63e8d4ad-d51a-484a-93f0-e9b7fcba0e4f" providerId="ADAL" clId="{AAE1D268-4738-442B-B87B-9F473273732A}" dt="2024-09-09T15:28:23.850" v="260" actId="26606"/>
          <ac:spMkLst>
            <pc:docMk/>
            <pc:sldMk cId="1679553109" sldId="261"/>
            <ac:spMk id="15" creationId="{60C18FE5-FC12-4EB1-8FE4-487733A2F68C}"/>
          </ac:spMkLst>
        </pc:spChg>
        <pc:picChg chg="add mod">
          <ac:chgData name="Tom Maurer" userId="63e8d4ad-d51a-484a-93f0-e9b7fcba0e4f" providerId="ADAL" clId="{AAE1D268-4738-442B-B87B-9F473273732A}" dt="2024-09-09T15:28:29.369" v="263" actId="1076"/>
          <ac:picMkLst>
            <pc:docMk/>
            <pc:sldMk cId="1679553109" sldId="261"/>
            <ac:picMk id="6" creationId="{A833B930-094B-5B82-5D72-1F79057A9C2B}"/>
          </ac:picMkLst>
        </pc:picChg>
      </pc:sldChg>
      <pc:sldChg chg="addSp delSp modSp mod setBg setClrOvrMap">
        <pc:chgData name="Tom Maurer" userId="63e8d4ad-d51a-484a-93f0-e9b7fcba0e4f" providerId="ADAL" clId="{AAE1D268-4738-442B-B87B-9F473273732A}" dt="2024-09-09T15:32:06.213" v="497" actId="20577"/>
        <pc:sldMkLst>
          <pc:docMk/>
          <pc:sldMk cId="2194712446" sldId="262"/>
        </pc:sldMkLst>
        <pc:spChg chg="mod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5" creationId="{1F76494F-375A-E059-765F-5AAA24B4F9D6}"/>
          </ac:spMkLst>
        </pc:spChg>
        <pc:spChg chg="del mod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6" creationId="{0361B96A-A385-66FB-0B9F-0FA2D5D21542}"/>
          </ac:spMkLst>
        </pc:spChg>
        <pc:spChg chg="del">
          <ac:chgData name="Tom Maurer" userId="63e8d4ad-d51a-484a-93f0-e9b7fcba0e4f" providerId="ADAL" clId="{AAE1D268-4738-442B-B87B-9F473273732A}" dt="2024-09-09T15:29:18.011" v="383" actId="478"/>
          <ac:spMkLst>
            <pc:docMk/>
            <pc:sldMk cId="2194712446" sldId="262"/>
            <ac:spMk id="9" creationId="{4646B0F0-BAB7-E798-134A-4A6474014A73}"/>
          </ac:spMkLst>
        </pc:spChg>
        <pc:spChg chg="del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27" creationId="{AD488FAE-8A33-44D2-922D-E1A7E147D9DE}"/>
          </ac:spMkLst>
        </pc:spChg>
        <pc:spChg chg="del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29" creationId="{D1A684E7-FC3D-4F0E-9F70-C69B3BEFCA22}"/>
          </ac:spMkLst>
        </pc:spChg>
        <pc:spChg chg="del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31" creationId="{E284F65F-D81D-4196-A4FB-F1C7EAC55532}"/>
          </ac:spMkLst>
        </pc:spChg>
        <pc:spChg chg="del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33" creationId="{FE0E41EA-15C8-4C96-84B8-F9BBB96B5035}"/>
          </ac:spMkLst>
        </pc:spChg>
        <pc:spChg chg="add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39" creationId="{D8B9538A-2A89-47DD-996C-7D2BE2AB6CA0}"/>
          </ac:spMkLst>
        </pc:spChg>
        <pc:spChg chg="add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41" creationId="{E625979B-5325-4898-8EF9-5C174B19218E}"/>
          </ac:spMkLst>
        </pc:spChg>
        <pc:spChg chg="add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43" creationId="{34B22E2B-30D5-47A4-97C5-091EA1ABC728}"/>
          </ac:spMkLst>
        </pc:spChg>
        <pc:spChg chg="add">
          <ac:chgData name="Tom Maurer" userId="63e8d4ad-d51a-484a-93f0-e9b7fcba0e4f" providerId="ADAL" clId="{AAE1D268-4738-442B-B87B-9F473273732A}" dt="2024-09-09T15:31:23.097" v="485" actId="26606"/>
          <ac:spMkLst>
            <pc:docMk/>
            <pc:sldMk cId="2194712446" sldId="262"/>
            <ac:spMk id="45" creationId="{9B6DA3CD-A002-40ED-8194-B4E637BD7669}"/>
          </ac:spMkLst>
        </pc:spChg>
        <pc:graphicFrameChg chg="add mod modGraphic">
          <ac:chgData name="Tom Maurer" userId="63e8d4ad-d51a-484a-93f0-e9b7fcba0e4f" providerId="ADAL" clId="{AAE1D268-4738-442B-B87B-9F473273732A}" dt="2024-09-09T15:32:06.213" v="497" actId="20577"/>
          <ac:graphicFrameMkLst>
            <pc:docMk/>
            <pc:sldMk cId="2194712446" sldId="262"/>
            <ac:graphicFrameMk id="35" creationId="{A59A985A-500C-9E84-74A0-A7937597806B}"/>
          </ac:graphicFrameMkLst>
        </pc:graphicFrameChg>
        <pc:picChg chg="del">
          <ac:chgData name="Tom Maurer" userId="63e8d4ad-d51a-484a-93f0-e9b7fcba0e4f" providerId="ADAL" clId="{AAE1D268-4738-442B-B87B-9F473273732A}" dt="2024-09-09T15:29:15.434" v="382" actId="478"/>
          <ac:picMkLst>
            <pc:docMk/>
            <pc:sldMk cId="2194712446" sldId="262"/>
            <ac:picMk id="8" creationId="{54505E1F-BC03-9CB8-4CC9-BEC219B598F8}"/>
          </ac:picMkLst>
        </pc:picChg>
      </pc:sldChg>
      <pc:sldChg chg="addSp delSp modSp mod">
        <pc:chgData name="Tom Maurer" userId="63e8d4ad-d51a-484a-93f0-e9b7fcba0e4f" providerId="ADAL" clId="{AAE1D268-4738-442B-B87B-9F473273732A}" dt="2024-09-09T15:36:34.328" v="696" actId="14100"/>
        <pc:sldMkLst>
          <pc:docMk/>
          <pc:sldMk cId="1217833227" sldId="263"/>
        </pc:sldMkLst>
        <pc:spChg chg="mod">
          <ac:chgData name="Tom Maurer" userId="63e8d4ad-d51a-484a-93f0-e9b7fcba0e4f" providerId="ADAL" clId="{AAE1D268-4738-442B-B87B-9F473273732A}" dt="2024-09-09T15:32:23.710" v="529" actId="20577"/>
          <ac:spMkLst>
            <pc:docMk/>
            <pc:sldMk cId="1217833227" sldId="263"/>
            <ac:spMk id="2" creationId="{E5B5C4F0-8297-1AA0-55CF-03DE58944232}"/>
          </ac:spMkLst>
        </pc:spChg>
        <pc:spChg chg="mod">
          <ac:chgData name="Tom Maurer" userId="63e8d4ad-d51a-484a-93f0-e9b7fcba0e4f" providerId="ADAL" clId="{AAE1D268-4738-442B-B87B-9F473273732A}" dt="2024-09-09T15:36:22.571" v="694" actId="27636"/>
          <ac:spMkLst>
            <pc:docMk/>
            <pc:sldMk cId="1217833227" sldId="263"/>
            <ac:spMk id="3" creationId="{01BF52CC-D3A2-17FB-A5AF-97FC2526AB36}"/>
          </ac:spMkLst>
        </pc:spChg>
        <pc:picChg chg="add mod">
          <ac:chgData name="Tom Maurer" userId="63e8d4ad-d51a-484a-93f0-e9b7fcba0e4f" providerId="ADAL" clId="{AAE1D268-4738-442B-B87B-9F473273732A}" dt="2024-09-09T15:36:34.328" v="696" actId="14100"/>
          <ac:picMkLst>
            <pc:docMk/>
            <pc:sldMk cId="1217833227" sldId="263"/>
            <ac:picMk id="5" creationId="{590A5AD6-B66A-9E4B-0597-86EF9BC25B6C}"/>
          </ac:picMkLst>
        </pc:picChg>
        <pc:picChg chg="add mod">
          <ac:chgData name="Tom Maurer" userId="63e8d4ad-d51a-484a-93f0-e9b7fcba0e4f" providerId="ADAL" clId="{AAE1D268-4738-442B-B87B-9F473273732A}" dt="2024-09-09T15:36:13.989" v="689" actId="1076"/>
          <ac:picMkLst>
            <pc:docMk/>
            <pc:sldMk cId="1217833227" sldId="263"/>
            <ac:picMk id="7" creationId="{8CC14FA7-1888-8C16-F6DF-EF3EBF33B8EB}"/>
          </ac:picMkLst>
        </pc:picChg>
        <pc:picChg chg="add mod">
          <ac:chgData name="Tom Maurer" userId="63e8d4ad-d51a-484a-93f0-e9b7fcba0e4f" providerId="ADAL" clId="{AAE1D268-4738-442B-B87B-9F473273732A}" dt="2024-09-09T15:36:15.449" v="690" actId="1076"/>
          <ac:picMkLst>
            <pc:docMk/>
            <pc:sldMk cId="1217833227" sldId="263"/>
            <ac:picMk id="9" creationId="{938D3BE9-C7C9-E98E-627D-41A2D8062572}"/>
          </ac:picMkLst>
        </pc:picChg>
        <pc:picChg chg="del">
          <ac:chgData name="Tom Maurer" userId="63e8d4ad-d51a-484a-93f0-e9b7fcba0e4f" providerId="ADAL" clId="{AAE1D268-4738-442B-B87B-9F473273732A}" dt="2024-09-09T15:34:34.702" v="677" actId="478"/>
          <ac:picMkLst>
            <pc:docMk/>
            <pc:sldMk cId="1217833227" sldId="263"/>
            <ac:picMk id="10" creationId="{F0396D09-2573-0869-3036-B80FB747367F}"/>
          </ac:picMkLst>
        </pc:picChg>
        <pc:picChg chg="del">
          <ac:chgData name="Tom Maurer" userId="63e8d4ad-d51a-484a-93f0-e9b7fcba0e4f" providerId="ADAL" clId="{AAE1D268-4738-442B-B87B-9F473273732A}" dt="2024-09-09T15:34:36.164" v="678" actId="478"/>
          <ac:picMkLst>
            <pc:docMk/>
            <pc:sldMk cId="1217833227" sldId="263"/>
            <ac:picMk id="15" creationId="{E33C97D7-DF95-E522-448C-089F0E46DF97}"/>
          </ac:picMkLst>
        </pc:picChg>
      </pc:sldChg>
      <pc:sldChg chg="addSp delSp modSp mod">
        <pc:chgData name="Tom Maurer" userId="63e8d4ad-d51a-484a-93f0-e9b7fcba0e4f" providerId="ADAL" clId="{AAE1D268-4738-442B-B87B-9F473273732A}" dt="2024-09-09T20:24:04.361" v="1126" actId="1076"/>
        <pc:sldMkLst>
          <pc:docMk/>
          <pc:sldMk cId="829943624" sldId="264"/>
        </pc:sldMkLst>
        <pc:spChg chg="mod">
          <ac:chgData name="Tom Maurer" userId="63e8d4ad-d51a-484a-93f0-e9b7fcba0e4f" providerId="ADAL" clId="{AAE1D268-4738-442B-B87B-9F473273732A}" dt="2024-09-09T15:36:53.504" v="717" actId="20577"/>
          <ac:spMkLst>
            <pc:docMk/>
            <pc:sldMk cId="829943624" sldId="264"/>
            <ac:spMk id="2" creationId="{E5B5C4F0-8297-1AA0-55CF-03DE58944232}"/>
          </ac:spMkLst>
        </pc:spChg>
        <pc:spChg chg="mod">
          <ac:chgData name="Tom Maurer" userId="63e8d4ad-d51a-484a-93f0-e9b7fcba0e4f" providerId="ADAL" clId="{AAE1D268-4738-442B-B87B-9F473273732A}" dt="2024-09-09T20:23:07.679" v="1120" actId="313"/>
          <ac:spMkLst>
            <pc:docMk/>
            <pc:sldMk cId="829943624" sldId="264"/>
            <ac:spMk id="3" creationId="{01BF52CC-D3A2-17FB-A5AF-97FC2526AB36}"/>
          </ac:spMkLst>
        </pc:spChg>
        <pc:spChg chg="add mod">
          <ac:chgData name="Tom Maurer" userId="63e8d4ad-d51a-484a-93f0-e9b7fcba0e4f" providerId="ADAL" clId="{AAE1D268-4738-442B-B87B-9F473273732A}" dt="2024-09-09T20:24:04.361" v="1126" actId="1076"/>
          <ac:spMkLst>
            <pc:docMk/>
            <pc:sldMk cId="829943624" sldId="264"/>
            <ac:spMk id="9" creationId="{C3590FBB-ED90-31EF-0195-780F6B4EC5CD}"/>
          </ac:spMkLst>
        </pc:spChg>
        <pc:picChg chg="add mod">
          <ac:chgData name="Tom Maurer" userId="63e8d4ad-d51a-484a-93f0-e9b7fcba0e4f" providerId="ADAL" clId="{AAE1D268-4738-442B-B87B-9F473273732A}" dt="2024-09-09T20:23:15.937" v="1122" actId="1076"/>
          <ac:picMkLst>
            <pc:docMk/>
            <pc:sldMk cId="829943624" sldId="264"/>
            <ac:picMk id="5" creationId="{5FA95EC0-C3F5-EC6D-ADAA-BCCE2A1D7043}"/>
          </ac:picMkLst>
        </pc:picChg>
        <pc:picChg chg="del">
          <ac:chgData name="Tom Maurer" userId="63e8d4ad-d51a-484a-93f0-e9b7fcba0e4f" providerId="ADAL" clId="{AAE1D268-4738-442B-B87B-9F473273732A}" dt="2024-09-09T15:39:25.515" v="805" actId="478"/>
          <ac:picMkLst>
            <pc:docMk/>
            <pc:sldMk cId="829943624" sldId="264"/>
            <ac:picMk id="5" creationId="{9761ECEA-8A0C-C975-7EDA-43775A27C6B4}"/>
          </ac:picMkLst>
        </pc:picChg>
        <pc:picChg chg="add del mod">
          <ac:chgData name="Tom Maurer" userId="63e8d4ad-d51a-484a-93f0-e9b7fcba0e4f" providerId="ADAL" clId="{AAE1D268-4738-442B-B87B-9F473273732A}" dt="2024-09-09T20:23:13.321" v="1121" actId="478"/>
          <ac:picMkLst>
            <pc:docMk/>
            <pc:sldMk cId="829943624" sldId="264"/>
            <ac:picMk id="6" creationId="{80CD2486-4181-C635-F94A-81009FD6C2A6}"/>
          </ac:picMkLst>
        </pc:picChg>
        <pc:picChg chg="del">
          <ac:chgData name="Tom Maurer" userId="63e8d4ad-d51a-484a-93f0-e9b7fcba0e4f" providerId="ADAL" clId="{AAE1D268-4738-442B-B87B-9F473273732A}" dt="2024-09-09T15:39:26.257" v="806" actId="478"/>
          <ac:picMkLst>
            <pc:docMk/>
            <pc:sldMk cId="829943624" sldId="264"/>
            <ac:picMk id="7" creationId="{986A1300-3DC3-46CB-F385-CF5E1181B74C}"/>
          </ac:picMkLst>
        </pc:picChg>
        <pc:picChg chg="add mod">
          <ac:chgData name="Tom Maurer" userId="63e8d4ad-d51a-484a-93f0-e9b7fcba0e4f" providerId="ADAL" clId="{AAE1D268-4738-442B-B87B-9F473273732A}" dt="2024-09-09T20:23:46.735" v="1124" actId="1076"/>
          <ac:picMkLst>
            <pc:docMk/>
            <pc:sldMk cId="829943624" sldId="264"/>
            <ac:picMk id="8" creationId="{08FA1370-DAAF-97AC-8390-32F20190AAEF}"/>
          </ac:picMkLst>
        </pc:picChg>
      </pc:sldChg>
      <pc:sldChg chg="addSp delSp modSp mod">
        <pc:chgData name="Tom Maurer" userId="63e8d4ad-d51a-484a-93f0-e9b7fcba0e4f" providerId="ADAL" clId="{AAE1D268-4738-442B-B87B-9F473273732A}" dt="2024-09-09T20:37:53.914" v="1448" actId="1076"/>
        <pc:sldMkLst>
          <pc:docMk/>
          <pc:sldMk cId="2541004291" sldId="265"/>
        </pc:sldMkLst>
        <pc:spChg chg="mod">
          <ac:chgData name="Tom Maurer" userId="63e8d4ad-d51a-484a-93f0-e9b7fcba0e4f" providerId="ADAL" clId="{AAE1D268-4738-442B-B87B-9F473273732A}" dt="2024-09-09T15:39:47.348" v="820" actId="20577"/>
          <ac:spMkLst>
            <pc:docMk/>
            <pc:sldMk cId="2541004291" sldId="265"/>
            <ac:spMk id="2" creationId="{F0072D4A-5330-BE2B-D316-75A1BB1F7672}"/>
          </ac:spMkLst>
        </pc:spChg>
        <pc:spChg chg="add mod">
          <ac:chgData name="Tom Maurer" userId="63e8d4ad-d51a-484a-93f0-e9b7fcba0e4f" providerId="ADAL" clId="{AAE1D268-4738-442B-B87B-9F473273732A}" dt="2024-09-09T20:37:53.914" v="1448" actId="1076"/>
          <ac:spMkLst>
            <pc:docMk/>
            <pc:sldMk cId="2541004291" sldId="265"/>
            <ac:spMk id="3" creationId="{EB221863-980C-7FE9-5B29-8920E43D2179}"/>
          </ac:spMkLst>
        </pc:spChg>
        <pc:spChg chg="add del mod">
          <ac:chgData name="Tom Maurer" userId="63e8d4ad-d51a-484a-93f0-e9b7fcba0e4f" providerId="ADAL" clId="{AAE1D268-4738-442B-B87B-9F473273732A}" dt="2024-09-09T15:39:54.064" v="822" actId="478"/>
          <ac:spMkLst>
            <pc:docMk/>
            <pc:sldMk cId="2541004291" sldId="265"/>
            <ac:spMk id="4" creationId="{4521703C-4F84-7DE7-42BC-9E3F0505CCCD}"/>
          </ac:spMkLst>
        </pc:spChg>
        <pc:spChg chg="add mod">
          <ac:chgData name="Tom Maurer" userId="63e8d4ad-d51a-484a-93f0-e9b7fcba0e4f" providerId="ADAL" clId="{AAE1D268-4738-442B-B87B-9F473273732A}" dt="2024-09-09T20:29:30.339" v="1279" actId="1076"/>
          <ac:spMkLst>
            <pc:docMk/>
            <pc:sldMk cId="2541004291" sldId="265"/>
            <ac:spMk id="11" creationId="{8530D3E7-F12F-1884-3B67-1280DB6E9002}"/>
          </ac:spMkLst>
        </pc:spChg>
        <pc:spChg chg="add del mod">
          <ac:chgData name="Tom Maurer" userId="63e8d4ad-d51a-484a-93f0-e9b7fcba0e4f" providerId="ADAL" clId="{AAE1D268-4738-442B-B87B-9F473273732A}" dt="2024-09-09T20:35:53.265" v="1418" actId="478"/>
          <ac:spMkLst>
            <pc:docMk/>
            <pc:sldMk cId="2541004291" sldId="265"/>
            <ac:spMk id="13" creationId="{824F23D0-4105-46E4-E717-03928177F0E4}"/>
          </ac:spMkLst>
        </pc:spChg>
        <pc:spChg chg="add mod">
          <ac:chgData name="Tom Maurer" userId="63e8d4ad-d51a-484a-93f0-e9b7fcba0e4f" providerId="ADAL" clId="{AAE1D268-4738-442B-B87B-9F473273732A}" dt="2024-09-09T20:35:32.140" v="1376" actId="1076"/>
          <ac:spMkLst>
            <pc:docMk/>
            <pc:sldMk cId="2541004291" sldId="265"/>
            <ac:spMk id="15" creationId="{47EC5DEB-4AA9-2FF0-FFF2-9FA65738004C}"/>
          </ac:spMkLst>
        </pc:spChg>
        <pc:spChg chg="add mod">
          <ac:chgData name="Tom Maurer" userId="63e8d4ad-d51a-484a-93f0-e9b7fcba0e4f" providerId="ADAL" clId="{AAE1D268-4738-442B-B87B-9F473273732A}" dt="2024-09-09T20:35:43.793" v="1416" actId="20577"/>
          <ac:spMkLst>
            <pc:docMk/>
            <pc:sldMk cId="2541004291" sldId="265"/>
            <ac:spMk id="17" creationId="{BE1CD7DE-F2A7-F555-FD08-2FA6922B0B43}"/>
          </ac:spMkLst>
        </pc:spChg>
        <pc:spChg chg="add mod">
          <ac:chgData name="Tom Maurer" userId="63e8d4ad-d51a-484a-93f0-e9b7fcba0e4f" providerId="ADAL" clId="{AAE1D268-4738-442B-B87B-9F473273732A}" dt="2024-09-09T20:37:39.053" v="1447" actId="20577"/>
          <ac:spMkLst>
            <pc:docMk/>
            <pc:sldMk cId="2541004291" sldId="265"/>
            <ac:spMk id="19" creationId="{9ABBBAB2-C4D5-87F5-FA4B-66C147AB8D95}"/>
          </ac:spMkLst>
        </pc:spChg>
        <pc:picChg chg="add mod">
          <ac:chgData name="Tom Maurer" userId="63e8d4ad-d51a-484a-93f0-e9b7fcba0e4f" providerId="ADAL" clId="{AAE1D268-4738-442B-B87B-9F473273732A}" dt="2024-09-09T20:27:58.079" v="1207" actId="1076"/>
          <ac:picMkLst>
            <pc:docMk/>
            <pc:sldMk cId="2541004291" sldId="265"/>
            <ac:picMk id="5" creationId="{37D03925-2D3B-3A33-801E-9D12A3AE86DF}"/>
          </ac:picMkLst>
        </pc:picChg>
        <pc:picChg chg="del">
          <ac:chgData name="Tom Maurer" userId="63e8d4ad-d51a-484a-93f0-e9b7fcba0e4f" providerId="ADAL" clId="{AAE1D268-4738-442B-B87B-9F473273732A}" dt="2024-09-09T15:39:54.987" v="823" actId="478"/>
          <ac:picMkLst>
            <pc:docMk/>
            <pc:sldMk cId="2541004291" sldId="265"/>
            <ac:picMk id="5" creationId="{D7D4C9B4-FA25-55BC-78F0-13EF314F4074}"/>
          </ac:picMkLst>
        </pc:picChg>
        <pc:picChg chg="del">
          <ac:chgData name="Tom Maurer" userId="63e8d4ad-d51a-484a-93f0-e9b7fcba0e4f" providerId="ADAL" clId="{AAE1D268-4738-442B-B87B-9F473273732A}" dt="2024-09-09T15:39:49.288" v="821" actId="478"/>
          <ac:picMkLst>
            <pc:docMk/>
            <pc:sldMk cId="2541004291" sldId="265"/>
            <ac:picMk id="7" creationId="{2A2E3882-718B-32A6-9964-0AAA6973F8CD}"/>
          </ac:picMkLst>
        </pc:picChg>
        <pc:picChg chg="add mod">
          <ac:chgData name="Tom Maurer" userId="63e8d4ad-d51a-484a-93f0-e9b7fcba0e4f" providerId="ADAL" clId="{AAE1D268-4738-442B-B87B-9F473273732A}" dt="2024-09-09T20:28:47.452" v="1214" actId="14100"/>
          <ac:picMkLst>
            <pc:docMk/>
            <pc:sldMk cId="2541004291" sldId="265"/>
            <ac:picMk id="7" creationId="{866BF144-D49D-C36A-ED17-9E0778B02F7B}"/>
          </ac:picMkLst>
        </pc:picChg>
        <pc:cxnChg chg="add mod">
          <ac:chgData name="Tom Maurer" userId="63e8d4ad-d51a-484a-93f0-e9b7fcba0e4f" providerId="ADAL" clId="{AAE1D268-4738-442B-B87B-9F473273732A}" dt="2024-09-09T20:29:03.652" v="1217" actId="14100"/>
          <ac:cxnSpMkLst>
            <pc:docMk/>
            <pc:sldMk cId="2541004291" sldId="265"/>
            <ac:cxnSpMk id="9" creationId="{FB0DA178-DCCF-33E1-C9C1-676264F4E344}"/>
          </ac:cxnSpMkLst>
        </pc:cxnChg>
        <pc:cxnChg chg="add del mod">
          <ac:chgData name="Tom Maurer" userId="63e8d4ad-d51a-484a-93f0-e9b7fcba0e4f" providerId="ADAL" clId="{AAE1D268-4738-442B-B87B-9F473273732A}" dt="2024-09-09T20:35:53.265" v="1418" actId="478"/>
          <ac:cxnSpMkLst>
            <pc:docMk/>
            <pc:sldMk cId="2541004291" sldId="265"/>
            <ac:cxnSpMk id="12" creationId="{6CC8EFD8-4AF5-1EC0-542B-90237DB58035}"/>
          </ac:cxnSpMkLst>
        </pc:cxnChg>
        <pc:cxnChg chg="add mod">
          <ac:chgData name="Tom Maurer" userId="63e8d4ad-d51a-484a-93f0-e9b7fcba0e4f" providerId="ADAL" clId="{AAE1D268-4738-442B-B87B-9F473273732A}" dt="2024-09-09T20:35:32.140" v="1376" actId="1076"/>
          <ac:cxnSpMkLst>
            <pc:docMk/>
            <pc:sldMk cId="2541004291" sldId="265"/>
            <ac:cxnSpMk id="14" creationId="{93BBDF1C-B355-B105-4E55-BFA4F4F0076F}"/>
          </ac:cxnSpMkLst>
        </pc:cxnChg>
        <pc:cxnChg chg="add mod">
          <ac:chgData name="Tom Maurer" userId="63e8d4ad-d51a-484a-93f0-e9b7fcba0e4f" providerId="ADAL" clId="{AAE1D268-4738-442B-B87B-9F473273732A}" dt="2024-09-09T20:35:25.786" v="1375" actId="1076"/>
          <ac:cxnSpMkLst>
            <pc:docMk/>
            <pc:sldMk cId="2541004291" sldId="265"/>
            <ac:cxnSpMk id="16" creationId="{078B4BF5-C95C-FFF2-EFE0-666C5B5DE75B}"/>
          </ac:cxnSpMkLst>
        </pc:cxnChg>
        <pc:cxnChg chg="add mod">
          <ac:chgData name="Tom Maurer" userId="63e8d4ad-d51a-484a-93f0-e9b7fcba0e4f" providerId="ADAL" clId="{AAE1D268-4738-442B-B87B-9F473273732A}" dt="2024-09-09T20:37:30.580" v="1420" actId="1076"/>
          <ac:cxnSpMkLst>
            <pc:docMk/>
            <pc:sldMk cId="2541004291" sldId="265"/>
            <ac:cxnSpMk id="18" creationId="{3B5FF4B6-E813-C5E1-CCAE-ED64BC1C5D0A}"/>
          </ac:cxnSpMkLst>
        </pc:cxnChg>
      </pc:sldChg>
      <pc:sldChg chg="addSp delSp modSp add mod ord setBg delDesignElem">
        <pc:chgData name="Tom Maurer" userId="63e8d4ad-d51a-484a-93f0-e9b7fcba0e4f" providerId="ADAL" clId="{AAE1D268-4738-442B-B87B-9F473273732A}" dt="2024-09-09T20:21:46.078" v="1076" actId="1076"/>
        <pc:sldMkLst>
          <pc:docMk/>
          <pc:sldMk cId="2507337001" sldId="266"/>
        </pc:sldMkLst>
        <pc:spChg chg="mod">
          <ac:chgData name="Tom Maurer" userId="63e8d4ad-d51a-484a-93f0-e9b7fcba0e4f" providerId="ADAL" clId="{AAE1D268-4738-442B-B87B-9F473273732A}" dt="2024-09-09T15:38:57.172" v="788" actId="20577"/>
          <ac:spMkLst>
            <pc:docMk/>
            <pc:sldMk cId="2507337001" sldId="266"/>
            <ac:spMk id="2" creationId="{E5B5C4F0-8297-1AA0-55CF-03DE58944232}"/>
          </ac:spMkLst>
        </pc:spChg>
        <pc:spChg chg="del">
          <ac:chgData name="Tom Maurer" userId="63e8d4ad-d51a-484a-93f0-e9b7fcba0e4f" providerId="ADAL" clId="{AAE1D268-4738-442B-B87B-9F473273732A}" dt="2024-09-09T15:37:44.572" v="760" actId="478"/>
          <ac:spMkLst>
            <pc:docMk/>
            <pc:sldMk cId="2507337001" sldId="266"/>
            <ac:spMk id="3" creationId="{01BF52CC-D3A2-17FB-A5AF-97FC2526AB36}"/>
          </ac:spMkLst>
        </pc:spChg>
        <pc:spChg chg="add del mod">
          <ac:chgData name="Tom Maurer" userId="63e8d4ad-d51a-484a-93f0-e9b7fcba0e4f" providerId="ADAL" clId="{AAE1D268-4738-442B-B87B-9F473273732A}" dt="2024-09-09T20:03:56.969" v="826" actId="478"/>
          <ac:spMkLst>
            <pc:docMk/>
            <pc:sldMk cId="2507337001" sldId="266"/>
            <ac:spMk id="3" creationId="{3A1D0FF3-0472-F36B-ACA9-60EE39A0A140}"/>
          </ac:spMkLst>
        </pc:spChg>
        <pc:spChg chg="add mod">
          <ac:chgData name="Tom Maurer" userId="63e8d4ad-d51a-484a-93f0-e9b7fcba0e4f" providerId="ADAL" clId="{AAE1D268-4738-442B-B87B-9F473273732A}" dt="2024-09-09T20:05:51.478" v="842" actId="14100"/>
          <ac:spMkLst>
            <pc:docMk/>
            <pc:sldMk cId="2507337001" sldId="266"/>
            <ac:spMk id="7" creationId="{1F24387B-2B0C-26FF-C195-50FFF42B1B55}"/>
          </ac:spMkLst>
        </pc:spChg>
        <pc:spChg chg="add mod">
          <ac:chgData name="Tom Maurer" userId="63e8d4ad-d51a-484a-93f0-e9b7fcba0e4f" providerId="ADAL" clId="{AAE1D268-4738-442B-B87B-9F473273732A}" dt="2024-09-09T20:20:58.728" v="1073" actId="1076"/>
          <ac:spMkLst>
            <pc:docMk/>
            <pc:sldMk cId="2507337001" sldId="266"/>
            <ac:spMk id="10" creationId="{1C05B0F6-7195-C6B7-BC8A-D4F73AE2D560}"/>
          </ac:spMkLst>
        </pc:spChg>
        <pc:spChg chg="del">
          <ac:chgData name="Tom Maurer" userId="63e8d4ad-d51a-484a-93f0-e9b7fcba0e4f" providerId="ADAL" clId="{AAE1D268-4738-442B-B87B-9F473273732A}" dt="2024-09-09T15:37:34.586" v="739"/>
          <ac:spMkLst>
            <pc:docMk/>
            <pc:sldMk cId="2507337001" sldId="266"/>
            <ac:spMk id="20" creationId="{A994CE7E-AD98-4045-A15B-9054CF58DC8F}"/>
          </ac:spMkLst>
        </pc:spChg>
        <pc:spChg chg="del">
          <ac:chgData name="Tom Maurer" userId="63e8d4ad-d51a-484a-93f0-e9b7fcba0e4f" providerId="ADAL" clId="{AAE1D268-4738-442B-B87B-9F473273732A}" dt="2024-09-09T15:37:34.586" v="739"/>
          <ac:spMkLst>
            <pc:docMk/>
            <pc:sldMk cId="2507337001" sldId="266"/>
            <ac:spMk id="21" creationId="{19C1720A-5B1A-4E31-93A0-A8ACD67EE572}"/>
          </ac:spMkLst>
        </pc:spChg>
        <pc:spChg chg="del">
          <ac:chgData name="Tom Maurer" userId="63e8d4ad-d51a-484a-93f0-e9b7fcba0e4f" providerId="ADAL" clId="{AAE1D268-4738-442B-B87B-9F473273732A}" dt="2024-09-09T15:37:34.586" v="739"/>
          <ac:spMkLst>
            <pc:docMk/>
            <pc:sldMk cId="2507337001" sldId="266"/>
            <ac:spMk id="22" creationId="{67C5F271-EC3D-4C17-8F0A-F4F15F524D0E}"/>
          </ac:spMkLst>
        </pc:spChg>
        <pc:spChg chg="del">
          <ac:chgData name="Tom Maurer" userId="63e8d4ad-d51a-484a-93f0-e9b7fcba0e4f" providerId="ADAL" clId="{AAE1D268-4738-442B-B87B-9F473273732A}" dt="2024-09-09T15:37:34.586" v="739"/>
          <ac:spMkLst>
            <pc:docMk/>
            <pc:sldMk cId="2507337001" sldId="266"/>
            <ac:spMk id="23" creationId="{9F8250EE-4590-407B-B039-E8BDF27FA5C7}"/>
          </ac:spMkLst>
        </pc:spChg>
        <pc:picChg chg="add mod">
          <ac:chgData name="Tom Maurer" userId="63e8d4ad-d51a-484a-93f0-e9b7fcba0e4f" providerId="ADAL" clId="{AAE1D268-4738-442B-B87B-9F473273732A}" dt="2024-09-09T20:05:40.593" v="839" actId="1076"/>
          <ac:picMkLst>
            <pc:docMk/>
            <pc:sldMk cId="2507337001" sldId="266"/>
            <ac:picMk id="5" creationId="{8A9430FD-01E0-2D5B-714D-A48B2BF3A23B}"/>
          </ac:picMkLst>
        </pc:picChg>
        <pc:picChg chg="del">
          <ac:chgData name="Tom Maurer" userId="63e8d4ad-d51a-484a-93f0-e9b7fcba0e4f" providerId="ADAL" clId="{AAE1D268-4738-442B-B87B-9F473273732A}" dt="2024-09-09T15:37:46.484" v="761" actId="478"/>
          <ac:picMkLst>
            <pc:docMk/>
            <pc:sldMk cId="2507337001" sldId="266"/>
            <ac:picMk id="5" creationId="{9761ECEA-8A0C-C975-7EDA-43775A27C6B4}"/>
          </ac:picMkLst>
        </pc:picChg>
        <pc:picChg chg="add del">
          <ac:chgData name="Tom Maurer" userId="63e8d4ad-d51a-484a-93f0-e9b7fcba0e4f" providerId="ADAL" clId="{AAE1D268-4738-442B-B87B-9F473273732A}" dt="2024-09-09T20:04:36.218" v="829" actId="478"/>
          <ac:picMkLst>
            <pc:docMk/>
            <pc:sldMk cId="2507337001" sldId="266"/>
            <ac:picMk id="6" creationId="{C41AB4C7-E339-1F0A-B90C-3421F249F0E9}"/>
          </ac:picMkLst>
        </pc:picChg>
        <pc:picChg chg="del">
          <ac:chgData name="Tom Maurer" userId="63e8d4ad-d51a-484a-93f0-e9b7fcba0e4f" providerId="ADAL" clId="{AAE1D268-4738-442B-B87B-9F473273732A}" dt="2024-09-09T15:37:47.119" v="762" actId="478"/>
          <ac:picMkLst>
            <pc:docMk/>
            <pc:sldMk cId="2507337001" sldId="266"/>
            <ac:picMk id="7" creationId="{986A1300-3DC3-46CB-F385-CF5E1181B74C}"/>
          </ac:picMkLst>
        </pc:picChg>
        <pc:picChg chg="add mod">
          <ac:chgData name="Tom Maurer" userId="63e8d4ad-d51a-484a-93f0-e9b7fcba0e4f" providerId="ADAL" clId="{AAE1D268-4738-442B-B87B-9F473273732A}" dt="2024-09-09T20:20:58.728" v="1073" actId="1076"/>
          <ac:picMkLst>
            <pc:docMk/>
            <pc:sldMk cId="2507337001" sldId="266"/>
            <ac:picMk id="9" creationId="{6716F0A4-1FB0-0BB9-4558-AB6A9412C0DB}"/>
          </ac:picMkLst>
        </pc:picChg>
        <pc:picChg chg="add mod">
          <ac:chgData name="Tom Maurer" userId="63e8d4ad-d51a-484a-93f0-e9b7fcba0e4f" providerId="ADAL" clId="{AAE1D268-4738-442B-B87B-9F473273732A}" dt="2024-09-09T20:21:46.078" v="1076" actId="1076"/>
          <ac:picMkLst>
            <pc:docMk/>
            <pc:sldMk cId="2507337001" sldId="266"/>
            <ac:picMk id="12" creationId="{7497381C-FFC5-9988-A2ED-E453655EED0B}"/>
          </ac:picMkLst>
        </pc:picChg>
      </pc:sldChg>
      <pc:sldChg chg="addSp delSp modSp add mod setBg delDesignElem">
        <pc:chgData name="Tom Maurer" userId="63e8d4ad-d51a-484a-93f0-e9b7fcba0e4f" providerId="ADAL" clId="{AAE1D268-4738-442B-B87B-9F473273732A}" dt="2024-09-09T20:09:55.435" v="897" actId="14100"/>
        <pc:sldMkLst>
          <pc:docMk/>
          <pc:sldMk cId="3351909750" sldId="267"/>
        </pc:sldMkLst>
        <pc:spChg chg="mod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2" creationId="{E5B5C4F0-8297-1AA0-55CF-03DE58944232}"/>
          </ac:spMkLst>
        </pc:spChg>
        <pc:spChg chg="del">
          <ac:chgData name="Tom Maurer" userId="63e8d4ad-d51a-484a-93f0-e9b7fcba0e4f" providerId="ADAL" clId="{AAE1D268-4738-442B-B87B-9F473273732A}" dt="2024-09-09T15:38:43.210" v="784" actId="478"/>
          <ac:spMkLst>
            <pc:docMk/>
            <pc:sldMk cId="3351909750" sldId="267"/>
            <ac:spMk id="3" creationId="{01BF52CC-D3A2-17FB-A5AF-97FC2526AB36}"/>
          </ac:spMkLst>
        </pc:spChg>
        <pc:spChg chg="add mod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5" creationId="{232B3984-E18B-34C8-4EC2-A9345154EDF9}"/>
          </ac:spMkLst>
        </pc:spChg>
        <pc:spChg chg="add del">
          <ac:chgData name="Tom Maurer" userId="63e8d4ad-d51a-484a-93f0-e9b7fcba0e4f" providerId="ADAL" clId="{AAE1D268-4738-442B-B87B-9F473273732A}" dt="2024-09-09T20:08:11.369" v="870" actId="26606"/>
          <ac:spMkLst>
            <pc:docMk/>
            <pc:sldMk cId="3351909750" sldId="267"/>
            <ac:spMk id="8" creationId="{329FDD08-42D8-4AFF-90E5-5DAA5BC4CBD8}"/>
          </ac:spMkLst>
        </pc:spChg>
        <pc:spChg chg="add del">
          <ac:chgData name="Tom Maurer" userId="63e8d4ad-d51a-484a-93f0-e9b7fcba0e4f" providerId="ADAL" clId="{AAE1D268-4738-442B-B87B-9F473273732A}" dt="2024-09-09T20:08:11.369" v="870" actId="26606"/>
          <ac:spMkLst>
            <pc:docMk/>
            <pc:sldMk cId="3351909750" sldId="267"/>
            <ac:spMk id="9" creationId="{BC8E541E-F46D-4823-8DB2-872BC4A7225E}"/>
          </ac:spMkLst>
        </pc:spChg>
        <pc:spChg chg="add mod">
          <ac:chgData name="Tom Maurer" userId="63e8d4ad-d51a-484a-93f0-e9b7fcba0e4f" providerId="ADAL" clId="{AAE1D268-4738-442B-B87B-9F473273732A}" dt="2024-09-09T20:09:36.213" v="892" actId="1038"/>
          <ac:spMkLst>
            <pc:docMk/>
            <pc:sldMk cId="3351909750" sldId="267"/>
            <ac:spMk id="11" creationId="{BC9679B7-151D-F81A-CE5F-4F3FA293760D}"/>
          </ac:spMkLst>
        </pc:spChg>
        <pc:spChg chg="add mod">
          <ac:chgData name="Tom Maurer" userId="63e8d4ad-d51a-484a-93f0-e9b7fcba0e4f" providerId="ADAL" clId="{AAE1D268-4738-442B-B87B-9F473273732A}" dt="2024-09-09T20:09:55.435" v="897" actId="14100"/>
          <ac:spMkLst>
            <pc:docMk/>
            <pc:sldMk cId="3351909750" sldId="267"/>
            <ac:spMk id="13" creationId="{CB22DF52-D2C5-C64F-6512-9B54C14D93DC}"/>
          </ac:spMkLst>
        </pc:spChg>
        <pc:spChg chg="add del">
          <ac:chgData name="Tom Maurer" userId="63e8d4ad-d51a-484a-93f0-e9b7fcba0e4f" providerId="ADAL" clId="{AAE1D268-4738-442B-B87B-9F473273732A}" dt="2024-09-09T20:08:11.369" v="870" actId="26606"/>
          <ac:spMkLst>
            <pc:docMk/>
            <pc:sldMk cId="3351909750" sldId="267"/>
            <ac:spMk id="14" creationId="{B9C04DC5-313B-4FE4-B868-5672A376419F}"/>
          </ac:spMkLst>
        </pc:spChg>
        <pc:spChg chg="del">
          <ac:chgData name="Tom Maurer" userId="63e8d4ad-d51a-484a-93f0-e9b7fcba0e4f" providerId="ADAL" clId="{AAE1D268-4738-442B-B87B-9F473273732A}" dt="2024-09-09T15:38:29.244" v="764"/>
          <ac:spMkLst>
            <pc:docMk/>
            <pc:sldMk cId="3351909750" sldId="267"/>
            <ac:spMk id="20" creationId="{A994CE7E-AD98-4045-A15B-9054CF58DC8F}"/>
          </ac:spMkLst>
        </pc:spChg>
        <pc:spChg chg="del">
          <ac:chgData name="Tom Maurer" userId="63e8d4ad-d51a-484a-93f0-e9b7fcba0e4f" providerId="ADAL" clId="{AAE1D268-4738-442B-B87B-9F473273732A}" dt="2024-09-09T15:38:29.244" v="764"/>
          <ac:spMkLst>
            <pc:docMk/>
            <pc:sldMk cId="3351909750" sldId="267"/>
            <ac:spMk id="21" creationId="{19C1720A-5B1A-4E31-93A0-A8ACD67EE572}"/>
          </ac:spMkLst>
        </pc:spChg>
        <pc:spChg chg="del">
          <ac:chgData name="Tom Maurer" userId="63e8d4ad-d51a-484a-93f0-e9b7fcba0e4f" providerId="ADAL" clId="{AAE1D268-4738-442B-B87B-9F473273732A}" dt="2024-09-09T15:38:29.244" v="764"/>
          <ac:spMkLst>
            <pc:docMk/>
            <pc:sldMk cId="3351909750" sldId="267"/>
            <ac:spMk id="22" creationId="{67C5F271-EC3D-4C17-8F0A-F4F15F524D0E}"/>
          </ac:spMkLst>
        </pc:spChg>
        <pc:spChg chg="del">
          <ac:chgData name="Tom Maurer" userId="63e8d4ad-d51a-484a-93f0-e9b7fcba0e4f" providerId="ADAL" clId="{AAE1D268-4738-442B-B87B-9F473273732A}" dt="2024-09-09T15:38:29.244" v="764"/>
          <ac:spMkLst>
            <pc:docMk/>
            <pc:sldMk cId="3351909750" sldId="267"/>
            <ac:spMk id="23" creationId="{9F8250EE-4590-407B-B039-E8BDF27FA5C7}"/>
          </ac:spMkLst>
        </pc:spChg>
        <pc:spChg chg="add del">
          <ac:chgData name="Tom Maurer" userId="63e8d4ad-d51a-484a-93f0-e9b7fcba0e4f" providerId="ADAL" clId="{AAE1D268-4738-442B-B87B-9F473273732A}" dt="2024-09-09T20:08:11.369" v="870" actId="26606"/>
          <ac:spMkLst>
            <pc:docMk/>
            <pc:sldMk cId="3351909750" sldId="267"/>
            <ac:spMk id="24" creationId="{15DFA58F-DE6F-4232-907E-6B5DB371DC08}"/>
          </ac:spMkLst>
        </pc:spChg>
        <pc:spChg chg="add del">
          <ac:chgData name="Tom Maurer" userId="63e8d4ad-d51a-484a-93f0-e9b7fcba0e4f" providerId="ADAL" clId="{AAE1D268-4738-442B-B87B-9F473273732A}" dt="2024-09-09T20:08:11.369" v="870" actId="26606"/>
          <ac:spMkLst>
            <pc:docMk/>
            <pc:sldMk cId="3351909750" sldId="267"/>
            <ac:spMk id="26" creationId="{8DB971D8-C6E3-4485-8895-8ABD7A9AB73D}"/>
          </ac:spMkLst>
        </pc:spChg>
        <pc:spChg chg="add del">
          <ac:chgData name="Tom Maurer" userId="63e8d4ad-d51a-484a-93f0-e9b7fcba0e4f" providerId="ADAL" clId="{AAE1D268-4738-442B-B87B-9F473273732A}" dt="2024-09-09T20:08:11.369" v="870" actId="26606"/>
          <ac:spMkLst>
            <pc:docMk/>
            <pc:sldMk cId="3351909750" sldId="267"/>
            <ac:spMk id="28" creationId="{4526474A-480D-4539-BBC4-C39D5B71BF5B}"/>
          </ac:spMkLst>
        </pc:spChg>
        <pc:spChg chg="add del">
          <ac:chgData name="Tom Maurer" userId="63e8d4ad-d51a-484a-93f0-e9b7fcba0e4f" providerId="ADAL" clId="{AAE1D268-4738-442B-B87B-9F473273732A}" dt="2024-09-09T20:08:11.369" v="870" actId="26606"/>
          <ac:spMkLst>
            <pc:docMk/>
            <pc:sldMk cId="3351909750" sldId="267"/>
            <ac:spMk id="30" creationId="{1BBBFF8E-A51B-4081-B134-B1E893A89F48}"/>
          </ac:spMkLst>
        </pc:spChg>
        <pc:spChg chg="add del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34" creationId="{B9C04DC5-313B-4FE4-B868-5672A376419F}"/>
          </ac:spMkLst>
        </pc:spChg>
        <pc:spChg chg="add del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37" creationId="{329FDD08-42D8-4AFF-90E5-5DAA5BC4CBD8}"/>
          </ac:spMkLst>
        </pc:spChg>
        <pc:spChg chg="add del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38" creationId="{58E5A035-23A3-4720-BB93-54574C24F8EC}"/>
          </ac:spMkLst>
        </pc:spChg>
        <pc:spChg chg="add del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39" creationId="{FAED0816-3202-48E9-ABED-521A72159994}"/>
          </ac:spMkLst>
        </pc:spChg>
        <pc:spChg chg="add del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40" creationId="{CABE022E-1488-4DA5-89B5-07646B3A2FA9}"/>
          </ac:spMkLst>
        </pc:spChg>
        <pc:spChg chg="add del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41" creationId="{E3D6803B-AEC6-4CD2-86EF-E591BD2FD12C}"/>
          </ac:spMkLst>
        </pc:spChg>
        <pc:spChg chg="add del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42" creationId="{80B51C95-9EBC-4AA5-AC2C-3F053E14DE25}"/>
          </ac:spMkLst>
        </pc:spChg>
        <pc:spChg chg="add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51" creationId="{5C86EC89-02DB-4384-8A63-0EFFEFD1BB96}"/>
          </ac:spMkLst>
        </pc:spChg>
        <pc:spChg chg="add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57" creationId="{93E59372-1F66-480B-ADD0-8000A0547360}"/>
          </ac:spMkLst>
        </pc:spChg>
        <pc:spChg chg="add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59" creationId="{51DC20DD-0224-434E-91DA-395B807D0932}"/>
          </ac:spMkLst>
        </pc:spChg>
        <pc:spChg chg="add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61" creationId="{BB5EE64C-1B5F-4C91-BF40-5CD149BAEC88}"/>
          </ac:spMkLst>
        </pc:spChg>
        <pc:spChg chg="add">
          <ac:chgData name="Tom Maurer" userId="63e8d4ad-d51a-484a-93f0-e9b7fcba0e4f" providerId="ADAL" clId="{AAE1D268-4738-442B-B87B-9F473273732A}" dt="2024-09-09T20:08:59.691" v="874" actId="26606"/>
          <ac:spMkLst>
            <pc:docMk/>
            <pc:sldMk cId="3351909750" sldId="267"/>
            <ac:spMk id="63" creationId="{12E122C9-74FD-4763-BC56-6377E3DA7CB8}"/>
          </ac:spMkLst>
        </pc:spChg>
        <pc:picChg chg="add mod ord">
          <ac:chgData name="Tom Maurer" userId="63e8d4ad-d51a-484a-93f0-e9b7fcba0e4f" providerId="ADAL" clId="{AAE1D268-4738-442B-B87B-9F473273732A}" dt="2024-09-09T20:09:13.761" v="878" actId="1076"/>
          <ac:picMkLst>
            <pc:docMk/>
            <pc:sldMk cId="3351909750" sldId="267"/>
            <ac:picMk id="4" creationId="{01D2C9B3-1392-0836-8F1E-F3810494B300}"/>
          </ac:picMkLst>
        </pc:picChg>
        <pc:picChg chg="del">
          <ac:chgData name="Tom Maurer" userId="63e8d4ad-d51a-484a-93f0-e9b7fcba0e4f" providerId="ADAL" clId="{AAE1D268-4738-442B-B87B-9F473273732A}" dt="2024-09-09T15:38:41.603" v="783" actId="478"/>
          <ac:picMkLst>
            <pc:docMk/>
            <pc:sldMk cId="3351909750" sldId="267"/>
            <ac:picMk id="5" creationId="{9761ECEA-8A0C-C975-7EDA-43775A27C6B4}"/>
          </ac:picMkLst>
        </pc:picChg>
        <pc:picChg chg="add mod">
          <ac:chgData name="Tom Maurer" userId="63e8d4ad-d51a-484a-93f0-e9b7fcba0e4f" providerId="ADAL" clId="{AAE1D268-4738-442B-B87B-9F473273732A}" dt="2024-09-09T20:09:43.220" v="895" actId="1076"/>
          <ac:picMkLst>
            <pc:docMk/>
            <pc:sldMk cId="3351909750" sldId="267"/>
            <ac:picMk id="7" creationId="{90966437-6A4D-94B7-6E00-3DB8D0C8E00C}"/>
          </ac:picMkLst>
        </pc:picChg>
        <pc:picChg chg="del">
          <ac:chgData name="Tom Maurer" userId="63e8d4ad-d51a-484a-93f0-e9b7fcba0e4f" providerId="ADAL" clId="{AAE1D268-4738-442B-B87B-9F473273732A}" dt="2024-09-09T15:38:44.003" v="785" actId="478"/>
          <ac:picMkLst>
            <pc:docMk/>
            <pc:sldMk cId="3351909750" sldId="267"/>
            <ac:picMk id="7" creationId="{986A1300-3DC3-46CB-F385-CF5E1181B74C}"/>
          </ac:picMkLst>
        </pc:picChg>
        <pc:picChg chg="add del">
          <ac:chgData name="Tom Maurer" userId="63e8d4ad-d51a-484a-93f0-e9b7fcba0e4f" providerId="ADAL" clId="{AAE1D268-4738-442B-B87B-9F473273732A}" dt="2024-09-09T20:08:11.369" v="870" actId="26606"/>
          <ac:picMkLst>
            <pc:docMk/>
            <pc:sldMk cId="3351909750" sldId="267"/>
            <ac:picMk id="10" creationId="{7594FC8B-8CD2-407F-94F1-9C71F5AEC2B6}"/>
          </ac:picMkLst>
        </pc:picChg>
        <pc:picChg chg="add del">
          <ac:chgData name="Tom Maurer" userId="63e8d4ad-d51a-484a-93f0-e9b7fcba0e4f" providerId="ADAL" clId="{AAE1D268-4738-442B-B87B-9F473273732A}" dt="2024-09-09T20:08:11.369" v="870" actId="26606"/>
          <ac:picMkLst>
            <pc:docMk/>
            <pc:sldMk cId="3351909750" sldId="267"/>
            <ac:picMk id="12" creationId="{DBABC971-8D40-4A4F-AC60-28B9172789B9}"/>
          </ac:picMkLst>
        </pc:picChg>
        <pc:picChg chg="add del">
          <ac:chgData name="Tom Maurer" userId="63e8d4ad-d51a-484a-93f0-e9b7fcba0e4f" providerId="ADAL" clId="{AAE1D268-4738-442B-B87B-9F473273732A}" dt="2024-09-09T20:08:11.369" v="870" actId="26606"/>
          <ac:picMkLst>
            <pc:docMk/>
            <pc:sldMk cId="3351909750" sldId="267"/>
            <ac:picMk id="16" creationId="{791AE23E-90C9-4963-96E2-8DADBFC3BC09}"/>
          </ac:picMkLst>
        </pc:picChg>
        <pc:picChg chg="add del">
          <ac:chgData name="Tom Maurer" userId="63e8d4ad-d51a-484a-93f0-e9b7fcba0e4f" providerId="ADAL" clId="{AAE1D268-4738-442B-B87B-9F473273732A}" dt="2024-09-09T20:08:11.369" v="870" actId="26606"/>
          <ac:picMkLst>
            <pc:docMk/>
            <pc:sldMk cId="3351909750" sldId="267"/>
            <ac:picMk id="18" creationId="{C5F93E90-4379-4AAC-B021-E5FA6D974AED}"/>
          </ac:picMkLst>
        </pc:picChg>
        <pc:picChg chg="add del">
          <ac:chgData name="Tom Maurer" userId="63e8d4ad-d51a-484a-93f0-e9b7fcba0e4f" providerId="ADAL" clId="{AAE1D268-4738-442B-B87B-9F473273732A}" dt="2024-09-09T20:08:59.691" v="874" actId="26606"/>
          <ac:picMkLst>
            <pc:docMk/>
            <pc:sldMk cId="3351909750" sldId="267"/>
            <ac:picMk id="32" creationId="{7594FC8B-8CD2-407F-94F1-9C71F5AEC2B6}"/>
          </ac:picMkLst>
        </pc:picChg>
        <pc:picChg chg="add del">
          <ac:chgData name="Tom Maurer" userId="63e8d4ad-d51a-484a-93f0-e9b7fcba0e4f" providerId="ADAL" clId="{AAE1D268-4738-442B-B87B-9F473273732A}" dt="2024-09-09T20:08:59.691" v="874" actId="26606"/>
          <ac:picMkLst>
            <pc:docMk/>
            <pc:sldMk cId="3351909750" sldId="267"/>
            <ac:picMk id="33" creationId="{DBABC971-8D40-4A4F-AC60-28B9172789B9}"/>
          </ac:picMkLst>
        </pc:picChg>
        <pc:picChg chg="add del">
          <ac:chgData name="Tom Maurer" userId="63e8d4ad-d51a-484a-93f0-e9b7fcba0e4f" providerId="ADAL" clId="{AAE1D268-4738-442B-B87B-9F473273732A}" dt="2024-09-09T20:08:59.691" v="874" actId="26606"/>
          <ac:picMkLst>
            <pc:docMk/>
            <pc:sldMk cId="3351909750" sldId="267"/>
            <ac:picMk id="35" creationId="{791AE23E-90C9-4963-96E2-8DADBFC3BC09}"/>
          </ac:picMkLst>
        </pc:picChg>
        <pc:picChg chg="add del">
          <ac:chgData name="Tom Maurer" userId="63e8d4ad-d51a-484a-93f0-e9b7fcba0e4f" providerId="ADAL" clId="{AAE1D268-4738-442B-B87B-9F473273732A}" dt="2024-09-09T20:08:59.691" v="874" actId="26606"/>
          <ac:picMkLst>
            <pc:docMk/>
            <pc:sldMk cId="3351909750" sldId="267"/>
            <ac:picMk id="36" creationId="{C5F93E90-4379-4AAC-B021-E5FA6D974AED}"/>
          </ac:picMkLst>
        </pc:picChg>
        <pc:picChg chg="add">
          <ac:chgData name="Tom Maurer" userId="63e8d4ad-d51a-484a-93f0-e9b7fcba0e4f" providerId="ADAL" clId="{AAE1D268-4738-442B-B87B-9F473273732A}" dt="2024-09-09T20:08:59.691" v="874" actId="26606"/>
          <ac:picMkLst>
            <pc:docMk/>
            <pc:sldMk cId="3351909750" sldId="267"/>
            <ac:picMk id="47" creationId="{87B6323F-75FD-4FFA-950D-6D013A6DC1CB}"/>
          </ac:picMkLst>
        </pc:picChg>
        <pc:picChg chg="add">
          <ac:chgData name="Tom Maurer" userId="63e8d4ad-d51a-484a-93f0-e9b7fcba0e4f" providerId="ADAL" clId="{AAE1D268-4738-442B-B87B-9F473273732A}" dt="2024-09-09T20:08:59.691" v="874" actId="26606"/>
          <ac:picMkLst>
            <pc:docMk/>
            <pc:sldMk cId="3351909750" sldId="267"/>
            <ac:picMk id="49" creationId="{DA2C34EF-101A-44FE-8A31-E0A7F4776AA0}"/>
          </ac:picMkLst>
        </pc:picChg>
        <pc:picChg chg="add">
          <ac:chgData name="Tom Maurer" userId="63e8d4ad-d51a-484a-93f0-e9b7fcba0e4f" providerId="ADAL" clId="{AAE1D268-4738-442B-B87B-9F473273732A}" dt="2024-09-09T20:08:59.691" v="874" actId="26606"/>
          <ac:picMkLst>
            <pc:docMk/>
            <pc:sldMk cId="3351909750" sldId="267"/>
            <ac:picMk id="53" creationId="{54BB1565-EB36-4D75-8888-72796286DC15}"/>
          </ac:picMkLst>
        </pc:picChg>
        <pc:picChg chg="add">
          <ac:chgData name="Tom Maurer" userId="63e8d4ad-d51a-484a-93f0-e9b7fcba0e4f" providerId="ADAL" clId="{AAE1D268-4738-442B-B87B-9F473273732A}" dt="2024-09-09T20:08:59.691" v="874" actId="26606"/>
          <ac:picMkLst>
            <pc:docMk/>
            <pc:sldMk cId="3351909750" sldId="267"/>
            <ac:picMk id="55" creationId="{871DF8C3-722E-49D1-87D5-E0FB1D640932}"/>
          </ac:picMkLst>
        </pc:picChg>
      </pc:sldChg>
    </pc:docChg>
  </pc:docChgLst>
  <pc:docChgLst>
    <pc:chgData name="Tom Maurer" userId="63e8d4ad-d51a-484a-93f0-e9b7fcba0e4f" providerId="ADAL" clId="{028F2F38-132A-4975-8697-C24D68858CB3}"/>
    <pc:docChg chg="undo custSel addSld delSld modSld">
      <pc:chgData name="Tom Maurer" userId="63e8d4ad-d51a-484a-93f0-e9b7fcba0e4f" providerId="ADAL" clId="{028F2F38-132A-4975-8697-C24D68858CB3}" dt="2024-09-05T15:39:59.257" v="1509" actId="20577"/>
      <pc:docMkLst>
        <pc:docMk/>
      </pc:docMkLst>
      <pc:sldChg chg="modSp mod">
        <pc:chgData name="Tom Maurer" userId="63e8d4ad-d51a-484a-93f0-e9b7fcba0e4f" providerId="ADAL" clId="{028F2F38-132A-4975-8697-C24D68858CB3}" dt="2024-09-05T14:50:20.192" v="1" actId="20577"/>
        <pc:sldMkLst>
          <pc:docMk/>
          <pc:sldMk cId="1330967993" sldId="256"/>
        </pc:sldMkLst>
        <pc:spChg chg="mod">
          <ac:chgData name="Tom Maurer" userId="63e8d4ad-d51a-484a-93f0-e9b7fcba0e4f" providerId="ADAL" clId="{028F2F38-132A-4975-8697-C24D68858CB3}" dt="2024-09-05T14:50:20.192" v="1" actId="20577"/>
          <ac:spMkLst>
            <pc:docMk/>
            <pc:sldMk cId="1330967993" sldId="256"/>
            <ac:spMk id="2" creationId="{31233B63-26CE-A171-AA3C-D22BCC026A82}"/>
          </ac:spMkLst>
        </pc:spChg>
      </pc:sldChg>
      <pc:sldChg chg="modSp del mod">
        <pc:chgData name="Tom Maurer" userId="63e8d4ad-d51a-484a-93f0-e9b7fcba0e4f" providerId="ADAL" clId="{028F2F38-132A-4975-8697-C24D68858CB3}" dt="2024-09-05T14:50:35.266" v="3" actId="47"/>
        <pc:sldMkLst>
          <pc:docMk/>
          <pc:sldMk cId="323330893" sldId="257"/>
        </pc:sldMkLst>
        <pc:spChg chg="mod">
          <ac:chgData name="Tom Maurer" userId="63e8d4ad-d51a-484a-93f0-e9b7fcba0e4f" providerId="ADAL" clId="{028F2F38-132A-4975-8697-C24D68858CB3}" dt="2024-09-05T14:50:33.331" v="2" actId="20577"/>
          <ac:spMkLst>
            <pc:docMk/>
            <pc:sldMk cId="323330893" sldId="257"/>
            <ac:spMk id="27" creationId="{DFB90E10-C5C0-3D61-7A10-BA87FE9A79A1}"/>
          </ac:spMkLst>
        </pc:spChg>
      </pc:sldChg>
      <pc:sldChg chg="addSp delSp modSp mod">
        <pc:chgData name="Tom Maurer" userId="63e8d4ad-d51a-484a-93f0-e9b7fcba0e4f" providerId="ADAL" clId="{028F2F38-132A-4975-8697-C24D68858CB3}" dt="2024-09-05T15:01:10.134" v="661" actId="122"/>
        <pc:sldMkLst>
          <pc:docMk/>
          <pc:sldMk cId="1679553109" sldId="261"/>
        </pc:sldMkLst>
        <pc:spChg chg="mod">
          <ac:chgData name="Tom Maurer" userId="63e8d4ad-d51a-484a-93f0-e9b7fcba0e4f" providerId="ADAL" clId="{028F2F38-132A-4975-8697-C24D68858CB3}" dt="2024-09-05T14:57:47.529" v="221" actId="20577"/>
          <ac:spMkLst>
            <pc:docMk/>
            <pc:sldMk cId="1679553109" sldId="261"/>
            <ac:spMk id="2" creationId="{6E0822F7-2E55-734C-F241-A924D662A3B6}"/>
          </ac:spMkLst>
        </pc:spChg>
        <pc:spChg chg="add mod">
          <ac:chgData name="Tom Maurer" userId="63e8d4ad-d51a-484a-93f0-e9b7fcba0e4f" providerId="ADAL" clId="{028F2F38-132A-4975-8697-C24D68858CB3}" dt="2024-09-05T15:00:19.313" v="641" actId="1076"/>
          <ac:spMkLst>
            <pc:docMk/>
            <pc:sldMk cId="1679553109" sldId="261"/>
            <ac:spMk id="3" creationId="{C5E72B8D-23D6-3FC4-8010-CD2BB7F00644}"/>
          </ac:spMkLst>
        </pc:spChg>
        <pc:spChg chg="add mod">
          <ac:chgData name="Tom Maurer" userId="63e8d4ad-d51a-484a-93f0-e9b7fcba0e4f" providerId="ADAL" clId="{028F2F38-132A-4975-8697-C24D68858CB3}" dt="2024-09-05T15:00:59.981" v="659" actId="122"/>
          <ac:spMkLst>
            <pc:docMk/>
            <pc:sldMk cId="1679553109" sldId="261"/>
            <ac:spMk id="4" creationId="{E13BF161-CC87-D20C-4565-990B8DBA56B5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6" creationId="{52823A96-FBF4-4BE3-8C16-EBE2A5B4D1DB}"/>
          </ac:spMkLst>
        </pc:spChg>
        <pc:spChg chg="add mod">
          <ac:chgData name="Tom Maurer" userId="63e8d4ad-d51a-484a-93f0-e9b7fcba0e4f" providerId="ADAL" clId="{028F2F38-132A-4975-8697-C24D68858CB3}" dt="2024-09-05T15:01:10.134" v="661" actId="122"/>
          <ac:spMkLst>
            <pc:docMk/>
            <pc:sldMk cId="1679553109" sldId="261"/>
            <ac:spMk id="7" creationId="{49C0300A-EF67-82D8-67FC-B10FC0AC8BB2}"/>
          </ac:spMkLst>
        </pc:spChg>
        <pc:spChg chg="del mod">
          <ac:chgData name="Tom Maurer" userId="63e8d4ad-d51a-484a-93f0-e9b7fcba0e4f" providerId="ADAL" clId="{028F2F38-132A-4975-8697-C24D68858CB3}" dt="2024-09-05T14:53:17.931" v="15" actId="478"/>
          <ac:spMkLst>
            <pc:docMk/>
            <pc:sldMk cId="1679553109" sldId="261"/>
            <ac:spMk id="10" creationId="{BB4E29D2-C0C0-D60C-6457-DD3D433DE54A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11" creationId="{2F363A43-113D-8CFC-A563-4EABCA048737}"/>
          </ac:spMkLst>
        </pc:spChg>
        <pc:spChg chg="del">
          <ac:chgData name="Tom Maurer" userId="63e8d4ad-d51a-484a-93f0-e9b7fcba0e4f" providerId="ADAL" clId="{028F2F38-132A-4975-8697-C24D68858CB3}" dt="2024-09-05T14:53:09.597" v="11" actId="478"/>
          <ac:spMkLst>
            <pc:docMk/>
            <pc:sldMk cId="1679553109" sldId="261"/>
            <ac:spMk id="16" creationId="{4AA578E5-5DE5-4E32-DDCA-C9E85C6C48DA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18" creationId="{319D36AA-A3CF-B238-CF35-B13DDBB78A62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24" creationId="{3ED0E233-9DF0-BB73-9C12-A8F6CC4BC768}"/>
          </ac:spMkLst>
        </pc:spChg>
        <pc:picChg chg="del">
          <ac:chgData name="Tom Maurer" userId="63e8d4ad-d51a-484a-93f0-e9b7fcba0e4f" providerId="ADAL" clId="{028F2F38-132A-4975-8697-C24D68858CB3}" dt="2024-09-05T14:53:14.326" v="13" actId="478"/>
          <ac:picMkLst>
            <pc:docMk/>
            <pc:sldMk cId="1679553109" sldId="261"/>
            <ac:picMk id="5" creationId="{A5F7F69C-A809-AE66-8336-5D66C6417C4B}"/>
          </ac:picMkLst>
        </pc:picChg>
        <pc:cxnChg chg="del mod">
          <ac:chgData name="Tom Maurer" userId="63e8d4ad-d51a-484a-93f0-e9b7fcba0e4f" providerId="ADAL" clId="{028F2F38-132A-4975-8697-C24D68858CB3}" dt="2024-09-05T14:53:14.326" v="13" actId="478"/>
          <ac:cxnSpMkLst>
            <pc:docMk/>
            <pc:sldMk cId="1679553109" sldId="261"/>
            <ac:cxnSpMk id="8" creationId="{11D6C71B-3F8D-78AD-542C-C420E73F835A}"/>
          </ac:cxnSpMkLst>
        </pc:cxnChg>
        <pc:cxnChg chg="del mod">
          <ac:chgData name="Tom Maurer" userId="63e8d4ad-d51a-484a-93f0-e9b7fcba0e4f" providerId="ADAL" clId="{028F2F38-132A-4975-8697-C24D68858CB3}" dt="2024-09-05T14:53:11.432" v="12" actId="478"/>
          <ac:cxnSpMkLst>
            <pc:docMk/>
            <pc:sldMk cId="1679553109" sldId="261"/>
            <ac:cxnSpMk id="12" creationId="{E36FF68C-8224-7205-986B-EA0FDFE14726}"/>
          </ac:cxnSpMkLst>
        </pc:cxnChg>
        <pc:cxnChg chg="del mod">
          <ac:chgData name="Tom Maurer" userId="63e8d4ad-d51a-484a-93f0-e9b7fcba0e4f" providerId="ADAL" clId="{028F2F38-132A-4975-8697-C24D68858CB3}" dt="2024-09-05T14:53:14.326" v="13" actId="478"/>
          <ac:cxnSpMkLst>
            <pc:docMk/>
            <pc:sldMk cId="1679553109" sldId="261"/>
            <ac:cxnSpMk id="19" creationId="{C32B9307-593F-3844-FA0B-DE7703860FF0}"/>
          </ac:cxnSpMkLst>
        </pc:cxnChg>
      </pc:sldChg>
      <pc:sldChg chg="addSp delSp modSp mod setBg setClrOvrMap">
        <pc:chgData name="Tom Maurer" userId="63e8d4ad-d51a-484a-93f0-e9b7fcba0e4f" providerId="ADAL" clId="{028F2F38-132A-4975-8697-C24D68858CB3}" dt="2024-09-05T15:10:48.927" v="876" actId="1036"/>
        <pc:sldMkLst>
          <pc:docMk/>
          <pc:sldMk cId="2194712446" sldId="262"/>
        </pc:sldMkLst>
        <pc:spChg chg="del">
          <ac:chgData name="Tom Maurer" userId="63e8d4ad-d51a-484a-93f0-e9b7fcba0e4f" providerId="ADAL" clId="{028F2F38-132A-4975-8697-C24D68858CB3}" dt="2024-09-05T14:53:24.244" v="16" actId="478"/>
          <ac:spMkLst>
            <pc:docMk/>
            <pc:sldMk cId="2194712446" sldId="262"/>
            <ac:spMk id="2" creationId="{6E0822F7-2E55-734C-F241-A924D662A3B6}"/>
          </ac:spMkLst>
        </pc:spChg>
        <pc:spChg chg="del">
          <ac:chgData name="Tom Maurer" userId="63e8d4ad-d51a-484a-93f0-e9b7fcba0e4f" providerId="ADAL" clId="{028F2F38-132A-4975-8697-C24D68858CB3}" dt="2024-09-05T14:53:28.676" v="17" actId="478"/>
          <ac:spMkLst>
            <pc:docMk/>
            <pc:sldMk cId="2194712446" sldId="262"/>
            <ac:spMk id="3" creationId="{61DAA013-88AE-1D83-B18E-68C101614659}"/>
          </ac:spMkLst>
        </pc:spChg>
        <pc:spChg chg="add mo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5" creationId="{1F76494F-375A-E059-765F-5AAA24B4F9D6}"/>
          </ac:spMkLst>
        </pc:spChg>
        <pc:spChg chg="add mo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6" creationId="{0361B96A-A385-66FB-0B9F-0FA2D5D21542}"/>
          </ac:spMkLst>
        </pc:spChg>
        <pc:spChg chg="add mod">
          <ac:chgData name="Tom Maurer" userId="63e8d4ad-d51a-484a-93f0-e9b7fcba0e4f" providerId="ADAL" clId="{028F2F38-132A-4975-8697-C24D68858CB3}" dt="2024-09-05T15:10:48.927" v="876" actId="1036"/>
          <ac:spMkLst>
            <pc:docMk/>
            <pc:sldMk cId="2194712446" sldId="262"/>
            <ac:spMk id="9" creationId="{4646B0F0-BAB7-E798-134A-4A6474014A73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17" creationId="{052BEFF1-896C-45B1-B02C-96A6A1BC389A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0" creationId="{BB237A14-61B1-4C00-A670-5D8D68A8668E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1" creationId="{8598F259-6F54-47A3-8D13-1603D786A328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2" creationId="{0BA768A8-4FED-4ED8-9E46-6BE72188ECD2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7" creationId="{AD488FAE-8A33-44D2-922D-E1A7E147D9DE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9" creationId="{D1A684E7-FC3D-4F0E-9F70-C69B3BEFCA22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31" creationId="{E284F65F-D81D-4196-A4FB-F1C7EAC55532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33" creationId="{FE0E41EA-15C8-4C96-84B8-F9BBB96B5035}"/>
          </ac:spMkLst>
        </pc:spChg>
        <pc:picChg chg="add mod">
          <ac:chgData name="Tom Maurer" userId="63e8d4ad-d51a-484a-93f0-e9b7fcba0e4f" providerId="ADAL" clId="{028F2F38-132A-4975-8697-C24D68858CB3}" dt="2024-09-05T15:10:33.553" v="870" actId="1076"/>
          <ac:picMkLst>
            <pc:docMk/>
            <pc:sldMk cId="2194712446" sldId="262"/>
            <ac:picMk id="8" creationId="{54505E1F-BC03-9CB8-4CC9-BEC219B598F8}"/>
          </ac:picMkLst>
        </pc:picChg>
      </pc:sldChg>
      <pc:sldChg chg="addSp delSp modSp mod">
        <pc:chgData name="Tom Maurer" userId="63e8d4ad-d51a-484a-93f0-e9b7fcba0e4f" providerId="ADAL" clId="{028F2F38-132A-4975-8697-C24D68858CB3}" dt="2024-09-05T15:28:54.010" v="1161" actId="478"/>
        <pc:sldMkLst>
          <pc:docMk/>
          <pc:sldMk cId="1217833227" sldId="263"/>
        </pc:sldMkLst>
        <pc:spChg chg="mo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2" creationId="{E5B5C4F0-8297-1AA0-55CF-03DE58944232}"/>
          </ac:spMkLst>
        </pc:spChg>
        <pc:spChg chg="add mo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" creationId="{01BF52CC-D3A2-17FB-A5AF-97FC2526AB36}"/>
          </ac:spMkLst>
        </pc:spChg>
        <pc:spChg chg="del">
          <ac:chgData name="Tom Maurer" userId="63e8d4ad-d51a-484a-93f0-e9b7fcba0e4f" providerId="ADAL" clId="{028F2F38-132A-4975-8697-C24D68858CB3}" dt="2024-09-05T14:53:33.641" v="19" actId="478"/>
          <ac:spMkLst>
            <pc:docMk/>
            <pc:sldMk cId="1217833227" sldId="263"/>
            <ac:spMk id="8" creationId="{5AD6E78B-F88D-9B66-7960-D3C15541ECA5}"/>
          </ac:spMkLst>
        </pc:spChg>
        <pc:spChg chg="del">
          <ac:chgData name="Tom Maurer" userId="63e8d4ad-d51a-484a-93f0-e9b7fcba0e4f" providerId="ADAL" clId="{028F2F38-132A-4975-8697-C24D68858CB3}" dt="2024-09-05T14:53:35.608" v="20" actId="478"/>
          <ac:spMkLst>
            <pc:docMk/>
            <pc:sldMk cId="1217833227" sldId="263"/>
            <ac:spMk id="9" creationId="{1413D02C-3D9E-1FA5-ECC6-B98189033641}"/>
          </ac:spMkLst>
        </pc:spChg>
        <pc:spChg chg="add del mod ord">
          <ac:chgData name="Tom Maurer" userId="63e8d4ad-d51a-484a-93f0-e9b7fcba0e4f" providerId="ADAL" clId="{028F2F38-132A-4975-8697-C24D68858CB3}" dt="2024-09-05T15:28:54.010" v="1161" actId="478"/>
          <ac:spMkLst>
            <pc:docMk/>
            <pc:sldMk cId="1217833227" sldId="263"/>
            <ac:spMk id="11" creationId="{C10D2DC5-383B-C35A-C43B-735BC0F6832C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16" creationId="{B9C04DC5-313B-4FE4-B868-5672A376419F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2" creationId="{329FDD08-42D8-4AFF-90E5-5DAA5BC4CBD8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4" creationId="{C9583823-2AA3-46EB-A803-287EC900BC41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6" creationId="{CA87D9D8-42FB-4157-A365-AD97CC6BAFEC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8" creationId="{2E6028E3-4806-4E1D-A24F-F8166F67F411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3" creationId="{AD488FAE-8A33-44D2-922D-E1A7E147D9DE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5" creationId="{D1A684E7-FC3D-4F0E-9F70-C69B3BEFCA22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7" creationId="{E284F65F-D81D-4196-A4FB-F1C7EAC55532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9" creationId="{FE0E41EA-15C8-4C96-84B8-F9BBB96B5035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44" creationId="{CE19B044-213B-4670-997D-10A1AF25635E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46" creationId="{4D0C6EAC-4CF1-4405-BB7A-D6E48E7DEB37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48" creationId="{2EF858D7-84ED-4C7D-B0EB-77866DA2D9FD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50" creationId="{DD88D366-AA6E-40A4-A229-24A7DC2CCCB6}"/>
          </ac:spMkLst>
        </pc:spChg>
        <pc:picChg chg="add del mod">
          <ac:chgData name="Tom Maurer" userId="63e8d4ad-d51a-484a-93f0-e9b7fcba0e4f" providerId="ADAL" clId="{028F2F38-132A-4975-8697-C24D68858CB3}" dt="2024-09-05T15:28:29.632" v="1152" actId="478"/>
          <ac:picMkLst>
            <pc:docMk/>
            <pc:sldMk cId="1217833227" sldId="263"/>
            <ac:picMk id="5" creationId="{7743D9D3-880B-1E58-F21C-4130106DC35E}"/>
          </ac:picMkLst>
        </pc:picChg>
        <pc:picChg chg="del">
          <ac:chgData name="Tom Maurer" userId="63e8d4ad-d51a-484a-93f0-e9b7fcba0e4f" providerId="ADAL" clId="{028F2F38-132A-4975-8697-C24D68858CB3}" dt="2024-09-05T14:53:31.335" v="18" actId="478"/>
          <ac:picMkLst>
            <pc:docMk/>
            <pc:sldMk cId="1217833227" sldId="263"/>
            <ac:picMk id="7" creationId="{4EC23501-945A-1ACB-1C0D-DDC01D02FC3B}"/>
          </ac:picMkLst>
        </pc:picChg>
        <pc:picChg chg="add mod ord">
          <ac:chgData name="Tom Maurer" userId="63e8d4ad-d51a-484a-93f0-e9b7fcba0e4f" providerId="ADAL" clId="{028F2F38-132A-4975-8697-C24D68858CB3}" dt="2024-09-05T15:19:46.624" v="1140" actId="1076"/>
          <ac:picMkLst>
            <pc:docMk/>
            <pc:sldMk cId="1217833227" sldId="263"/>
            <ac:picMk id="10" creationId="{F0396D09-2573-0869-3036-B80FB747367F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12" creationId="{7594FC8B-8CD2-407F-94F1-9C71F5AEC2B6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14" creationId="{DBABC971-8D40-4A4F-AC60-28B9172789B9}"/>
          </ac:picMkLst>
        </pc:picChg>
        <pc:picChg chg="add mod ord">
          <ac:chgData name="Tom Maurer" userId="63e8d4ad-d51a-484a-93f0-e9b7fcba0e4f" providerId="ADAL" clId="{028F2F38-132A-4975-8697-C24D68858CB3}" dt="2024-09-05T15:28:50.489" v="1160" actId="1076"/>
          <ac:picMkLst>
            <pc:docMk/>
            <pc:sldMk cId="1217833227" sldId="263"/>
            <ac:picMk id="15" creationId="{E33C97D7-DF95-E522-448C-089F0E46DF97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18" creationId="{791AE23E-90C9-4963-96E2-8DADBFC3BC09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20" creationId="{C5F93E90-4379-4AAC-B021-E5FA6D974AED}"/>
          </ac:picMkLst>
        </pc:picChg>
      </pc:sldChg>
      <pc:sldChg chg="addSp delSp add del setBg delDesignElem">
        <pc:chgData name="Tom Maurer" userId="63e8d4ad-d51a-484a-93f0-e9b7fcba0e4f" providerId="ADAL" clId="{028F2F38-132A-4975-8697-C24D68858CB3}" dt="2024-09-05T15:29:07.887" v="1166"/>
        <pc:sldMkLst>
          <pc:docMk/>
          <pc:sldMk cId="537995467" sldId="264"/>
        </pc:sldMkLst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44" creationId="{CE19B044-213B-4670-997D-10A1AF25635E}"/>
          </ac:spMkLst>
        </pc:spChg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46" creationId="{4D0C6EAC-4CF1-4405-BB7A-D6E48E7DEB37}"/>
          </ac:spMkLst>
        </pc:spChg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48" creationId="{2EF858D7-84ED-4C7D-B0EB-77866DA2D9FD}"/>
          </ac:spMkLst>
        </pc:spChg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50" creationId="{DD88D366-AA6E-40A4-A229-24A7DC2CCCB6}"/>
          </ac:spMkLst>
        </pc:spChg>
      </pc:sldChg>
      <pc:sldChg chg="addSp delSp modSp add mod setBg delDesignElem">
        <pc:chgData name="Tom Maurer" userId="63e8d4ad-d51a-484a-93f0-e9b7fcba0e4f" providerId="ADAL" clId="{028F2F38-132A-4975-8697-C24D68858CB3}" dt="2024-09-05T15:37:02.646" v="1392" actId="1076"/>
        <pc:sldMkLst>
          <pc:docMk/>
          <pc:sldMk cId="829943624" sldId="264"/>
        </pc:sldMkLst>
        <pc:spChg chg="mod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2" creationId="{E5B5C4F0-8297-1AA0-55CF-03DE58944232}"/>
          </ac:spMkLst>
        </pc:spChg>
        <pc:spChg chg="mod or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3" creationId="{01BF52CC-D3A2-17FB-A5AF-97FC2526AB36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2" creationId="{56526AC5-B69B-47B3-AFD9-961DC6CBA025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4" creationId="{840A09FC-0CA0-4C21-BE1C-1463F1CFCFDA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6" creationId="{7F638F10-EE56-40D0-BF90-58420C1B54B6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8" creationId="{DD007ECD-0DF8-4267-B2FD-CF7B64CD12D8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0" creationId="{A994CE7E-AD98-4045-A15B-9054CF58DC8F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1" creationId="{19C1720A-5B1A-4E31-93A0-A8ACD67EE572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2" creationId="{67C5F271-EC3D-4C17-8F0A-F4F15F524D0E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3" creationId="{9F8250EE-4590-407B-B039-E8BDF27FA5C7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44" creationId="{CE19B044-213B-4670-997D-10A1AF25635E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46" creationId="{4D0C6EAC-4CF1-4405-BB7A-D6E48E7DEB37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48" creationId="{2EF858D7-84ED-4C7D-B0EB-77866DA2D9FD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50" creationId="{DD88D366-AA6E-40A4-A229-24A7DC2CCCB6}"/>
          </ac:spMkLst>
        </pc:spChg>
        <pc:picChg chg="add mod">
          <ac:chgData name="Tom Maurer" userId="63e8d4ad-d51a-484a-93f0-e9b7fcba0e4f" providerId="ADAL" clId="{028F2F38-132A-4975-8697-C24D68858CB3}" dt="2024-09-05T15:36:52.948" v="1387" actId="14100"/>
          <ac:picMkLst>
            <pc:docMk/>
            <pc:sldMk cId="829943624" sldId="264"/>
            <ac:picMk id="5" creationId="{9761ECEA-8A0C-C975-7EDA-43775A27C6B4}"/>
          </ac:picMkLst>
        </pc:picChg>
        <pc:picChg chg="add mod ord">
          <ac:chgData name="Tom Maurer" userId="63e8d4ad-d51a-484a-93f0-e9b7fcba0e4f" providerId="ADAL" clId="{028F2F38-132A-4975-8697-C24D68858CB3}" dt="2024-09-05T15:37:02.646" v="1392" actId="1076"/>
          <ac:picMkLst>
            <pc:docMk/>
            <pc:sldMk cId="829943624" sldId="264"/>
            <ac:picMk id="7" creationId="{986A1300-3DC3-46CB-F385-CF5E1181B74C}"/>
          </ac:picMkLst>
        </pc:picChg>
        <pc:picChg chg="del">
          <ac:chgData name="Tom Maurer" userId="63e8d4ad-d51a-484a-93f0-e9b7fcba0e4f" providerId="ADAL" clId="{028F2F38-132A-4975-8697-C24D68858CB3}" dt="2024-09-05T15:29:17.406" v="1181" actId="478"/>
          <ac:picMkLst>
            <pc:docMk/>
            <pc:sldMk cId="829943624" sldId="264"/>
            <ac:picMk id="10" creationId="{F0396D09-2573-0869-3036-B80FB747367F}"/>
          </ac:picMkLst>
        </pc:picChg>
        <pc:picChg chg="del">
          <ac:chgData name="Tom Maurer" userId="63e8d4ad-d51a-484a-93f0-e9b7fcba0e4f" providerId="ADAL" clId="{028F2F38-132A-4975-8697-C24D68858CB3}" dt="2024-09-05T15:29:18.915" v="1182" actId="478"/>
          <ac:picMkLst>
            <pc:docMk/>
            <pc:sldMk cId="829943624" sldId="264"/>
            <ac:picMk id="15" creationId="{E33C97D7-DF95-E522-448C-089F0E46DF97}"/>
          </ac:picMkLst>
        </pc:picChg>
      </pc:sldChg>
      <pc:sldChg chg="del">
        <pc:chgData name="Tom Maurer" userId="63e8d4ad-d51a-484a-93f0-e9b7fcba0e4f" providerId="ADAL" clId="{028F2F38-132A-4975-8697-C24D68858CB3}" dt="2024-09-05T15:27:16.985" v="1149" actId="47"/>
        <pc:sldMkLst>
          <pc:docMk/>
          <pc:sldMk cId="1884381967" sldId="264"/>
        </pc:sldMkLst>
      </pc:sldChg>
      <pc:sldChg chg="new del">
        <pc:chgData name="Tom Maurer" userId="63e8d4ad-d51a-484a-93f0-e9b7fcba0e4f" providerId="ADAL" clId="{028F2F38-132A-4975-8697-C24D68858CB3}" dt="2024-09-05T15:29:05.015" v="1163" actId="680"/>
        <pc:sldMkLst>
          <pc:docMk/>
          <pc:sldMk cId="2858079448" sldId="264"/>
        </pc:sldMkLst>
      </pc:sldChg>
      <pc:sldChg chg="addSp delSp modSp new mod modNotesTx">
        <pc:chgData name="Tom Maurer" userId="63e8d4ad-d51a-484a-93f0-e9b7fcba0e4f" providerId="ADAL" clId="{028F2F38-132A-4975-8697-C24D68858CB3}" dt="2024-09-05T15:39:59.257" v="1509" actId="20577"/>
        <pc:sldMkLst>
          <pc:docMk/>
          <pc:sldMk cId="2541004291" sldId="265"/>
        </pc:sldMkLst>
        <pc:spChg chg="mod">
          <ac:chgData name="Tom Maurer" userId="63e8d4ad-d51a-484a-93f0-e9b7fcba0e4f" providerId="ADAL" clId="{028F2F38-132A-4975-8697-C24D68858CB3}" dt="2024-09-05T15:37:22.186" v="1405" actId="20577"/>
          <ac:spMkLst>
            <pc:docMk/>
            <pc:sldMk cId="2541004291" sldId="265"/>
            <ac:spMk id="2" creationId="{F0072D4A-5330-BE2B-D316-75A1BB1F7672}"/>
          </ac:spMkLst>
        </pc:spChg>
        <pc:spChg chg="del mod">
          <ac:chgData name="Tom Maurer" userId="63e8d4ad-d51a-484a-93f0-e9b7fcba0e4f" providerId="ADAL" clId="{028F2F38-132A-4975-8697-C24D68858CB3}" dt="2024-09-05T15:39:00.238" v="1470" actId="22"/>
          <ac:spMkLst>
            <pc:docMk/>
            <pc:sldMk cId="2541004291" sldId="265"/>
            <ac:spMk id="3" creationId="{217A63D3-5E08-A5E1-2194-E08759BDE5F0}"/>
          </ac:spMkLst>
        </pc:spChg>
        <pc:picChg chg="add mod">
          <ac:chgData name="Tom Maurer" userId="63e8d4ad-d51a-484a-93f0-e9b7fcba0e4f" providerId="ADAL" clId="{028F2F38-132A-4975-8697-C24D68858CB3}" dt="2024-09-05T15:39:07.869" v="1474" actId="1076"/>
          <ac:picMkLst>
            <pc:docMk/>
            <pc:sldMk cId="2541004291" sldId="265"/>
            <ac:picMk id="5" creationId="{D7D4C9B4-FA25-55BC-78F0-13EF314F4074}"/>
          </ac:picMkLst>
        </pc:picChg>
        <pc:picChg chg="add mod ord">
          <ac:chgData name="Tom Maurer" userId="63e8d4ad-d51a-484a-93f0-e9b7fcba0e4f" providerId="ADAL" clId="{028F2F38-132A-4975-8697-C24D68858CB3}" dt="2024-09-05T15:39:16.238" v="1477" actId="14100"/>
          <ac:picMkLst>
            <pc:docMk/>
            <pc:sldMk cId="2541004291" sldId="265"/>
            <ac:picMk id="7" creationId="{2A2E3882-718B-32A6-9964-0AAA6973F8CD}"/>
          </ac:picMkLst>
        </pc:picChg>
      </pc:sldChg>
      <pc:sldChg chg="del">
        <pc:chgData name="Tom Maurer" userId="63e8d4ad-d51a-484a-93f0-e9b7fcba0e4f" providerId="ADAL" clId="{028F2F38-132A-4975-8697-C24D68858CB3}" dt="2024-09-05T15:27:18.741" v="1150" actId="47"/>
        <pc:sldMkLst>
          <pc:docMk/>
          <pc:sldMk cId="3663277866" sldId="26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CC929A-CA4C-4046-BA2C-A6D9E96242F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1D8D10A-BE5F-43D7-A114-64B612924956}">
      <dgm:prSet/>
      <dgm:spPr/>
      <dgm:t>
        <a:bodyPr/>
        <a:lstStyle/>
        <a:p>
          <a:r>
            <a:rPr lang="en-US" b="0" i="0" dirty="0">
              <a:solidFill>
                <a:srgbClr val="C00000"/>
              </a:solidFill>
            </a:rPr>
            <a:t>Git error: </a:t>
          </a:r>
          <a:r>
            <a:rPr lang="en-US" b="0" i="0" dirty="0"/>
            <a:t>git config --global --add </a:t>
          </a:r>
          <a:r>
            <a:rPr lang="en-US" b="0" i="0" dirty="0" err="1"/>
            <a:t>safe.directory</a:t>
          </a:r>
          <a:r>
            <a:rPr lang="en-US" b="0" i="0" dirty="0"/>
            <a:t> C:/dev/flutter</a:t>
          </a:r>
          <a:endParaRPr lang="en-US" dirty="0"/>
        </a:p>
      </dgm:t>
    </dgm:pt>
    <dgm:pt modelId="{92FD2BBF-2654-40E7-888A-C9FA5FA3256B}" type="parTrans" cxnId="{18344B54-BC49-4E9A-917D-26C6873637C6}">
      <dgm:prSet/>
      <dgm:spPr/>
      <dgm:t>
        <a:bodyPr/>
        <a:lstStyle/>
        <a:p>
          <a:endParaRPr lang="en-US"/>
        </a:p>
      </dgm:t>
    </dgm:pt>
    <dgm:pt modelId="{1AEA2579-8D1A-4549-8338-93419D6EACC4}" type="sibTrans" cxnId="{18344B54-BC49-4E9A-917D-26C6873637C6}">
      <dgm:prSet/>
      <dgm:spPr/>
      <dgm:t>
        <a:bodyPr/>
        <a:lstStyle/>
        <a:p>
          <a:endParaRPr lang="en-US"/>
        </a:p>
      </dgm:t>
    </dgm:pt>
    <dgm:pt modelId="{A0B79886-12AB-444A-847F-7AE91529EF3A}">
      <dgm:prSet/>
      <dgm:spPr/>
      <dgm:t>
        <a:bodyPr/>
        <a:lstStyle/>
        <a:p>
          <a:r>
            <a:rPr lang="en-US" b="0" i="0" dirty="0">
              <a:solidFill>
                <a:srgbClr val="C00000"/>
              </a:solidFill>
            </a:rPr>
            <a:t>Missing licenses: </a:t>
          </a:r>
          <a:r>
            <a:rPr lang="en-US" b="0" i="0" dirty="0"/>
            <a:t>flutter doctor --android-licenses</a:t>
          </a:r>
          <a:endParaRPr lang="en-US" dirty="0"/>
        </a:p>
      </dgm:t>
    </dgm:pt>
    <dgm:pt modelId="{316DED33-14B0-48DF-9907-9A0A92103181}" type="parTrans" cxnId="{4475F1E7-B205-4091-AB5E-1172F95CD2C2}">
      <dgm:prSet/>
      <dgm:spPr/>
      <dgm:t>
        <a:bodyPr/>
        <a:lstStyle/>
        <a:p>
          <a:endParaRPr lang="en-US"/>
        </a:p>
      </dgm:t>
    </dgm:pt>
    <dgm:pt modelId="{FA0B5CE5-8082-4955-8981-C5E8C7721CAB}" type="sibTrans" cxnId="{4475F1E7-B205-4091-AB5E-1172F95CD2C2}">
      <dgm:prSet/>
      <dgm:spPr/>
      <dgm:t>
        <a:bodyPr/>
        <a:lstStyle/>
        <a:p>
          <a:endParaRPr lang="en-US"/>
        </a:p>
      </dgm:t>
    </dgm:pt>
    <dgm:pt modelId="{0339D550-DA39-4582-8DBF-CE003539466D}">
      <dgm:prSet/>
      <dgm:spPr/>
      <dgm:t>
        <a:bodyPr/>
        <a:lstStyle/>
        <a:p>
          <a:r>
            <a:rPr lang="en-US" b="0" i="0" dirty="0">
              <a:solidFill>
                <a:srgbClr val="C00000"/>
              </a:solidFill>
            </a:rPr>
            <a:t>Command line tools missing: </a:t>
          </a:r>
          <a:r>
            <a:rPr lang="en-US" b="0" i="0" dirty="0"/>
            <a:t>open android studio &gt; tools &gt; </a:t>
          </a:r>
          <a:r>
            <a:rPr lang="en-US" b="0" i="0" dirty="0" err="1"/>
            <a:t>sdk</a:t>
          </a:r>
          <a:r>
            <a:rPr lang="en-US" b="0" i="0" dirty="0"/>
            <a:t> manager &gt; languages and frameworks &gt; android </a:t>
          </a:r>
          <a:r>
            <a:rPr lang="en-US" b="0" i="0" dirty="0" err="1"/>
            <a:t>sdk</a:t>
          </a:r>
          <a:r>
            <a:rPr lang="en-US" b="0" i="0" dirty="0"/>
            <a:t> &gt; </a:t>
          </a:r>
          <a:r>
            <a:rPr lang="en-US" b="0" i="0" dirty="0" err="1"/>
            <a:t>sdk</a:t>
          </a:r>
          <a:r>
            <a:rPr lang="en-US" b="0" i="0" dirty="0"/>
            <a:t> tools &gt; android </a:t>
          </a:r>
          <a:r>
            <a:rPr lang="en-US" b="0" i="0" dirty="0" err="1"/>
            <a:t>sdk</a:t>
          </a:r>
          <a:r>
            <a:rPr lang="en-US" b="0" i="0" dirty="0"/>
            <a:t> command-line tools &gt; apply</a:t>
          </a:r>
          <a:endParaRPr lang="en-US" dirty="0"/>
        </a:p>
      </dgm:t>
    </dgm:pt>
    <dgm:pt modelId="{984E2F19-F4CF-48AA-98B5-365890A91467}" type="parTrans" cxnId="{22BDFC4B-355A-4BF1-BBA8-4DC9E332FE77}">
      <dgm:prSet/>
      <dgm:spPr/>
      <dgm:t>
        <a:bodyPr/>
        <a:lstStyle/>
        <a:p>
          <a:endParaRPr lang="en-US"/>
        </a:p>
      </dgm:t>
    </dgm:pt>
    <dgm:pt modelId="{2F09772A-2E08-43DF-8F38-DA3EC74D2439}" type="sibTrans" cxnId="{22BDFC4B-355A-4BF1-BBA8-4DC9E332FE77}">
      <dgm:prSet/>
      <dgm:spPr/>
      <dgm:t>
        <a:bodyPr/>
        <a:lstStyle/>
        <a:p>
          <a:endParaRPr lang="en-US"/>
        </a:p>
      </dgm:t>
    </dgm:pt>
    <dgm:pt modelId="{6C2C90C8-B71E-41D5-8CDF-D800440A6586}" type="pres">
      <dgm:prSet presAssocID="{BFCC929A-CA4C-4046-BA2C-A6D9E96242FF}" presName="linear" presStyleCnt="0">
        <dgm:presLayoutVars>
          <dgm:animLvl val="lvl"/>
          <dgm:resizeHandles val="exact"/>
        </dgm:presLayoutVars>
      </dgm:prSet>
      <dgm:spPr/>
    </dgm:pt>
    <dgm:pt modelId="{88E39AD6-45C2-42CF-8082-A09D49D768FA}" type="pres">
      <dgm:prSet presAssocID="{B1D8D10A-BE5F-43D7-A114-64B61292495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8E1A773-DBA7-476D-AF40-A09F05BD973E}" type="pres">
      <dgm:prSet presAssocID="{1AEA2579-8D1A-4549-8338-93419D6EACC4}" presName="spacer" presStyleCnt="0"/>
      <dgm:spPr/>
    </dgm:pt>
    <dgm:pt modelId="{C56E1133-7112-45CF-8E65-107D1540835C}" type="pres">
      <dgm:prSet presAssocID="{A0B79886-12AB-444A-847F-7AE91529EF3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73475FF-FEFB-4FD5-B840-101523788A3D}" type="pres">
      <dgm:prSet presAssocID="{FA0B5CE5-8082-4955-8981-C5E8C7721CAB}" presName="spacer" presStyleCnt="0"/>
      <dgm:spPr/>
    </dgm:pt>
    <dgm:pt modelId="{25E10E13-1848-472D-BE32-19B89CD76654}" type="pres">
      <dgm:prSet presAssocID="{0339D550-DA39-4582-8DBF-CE003539466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76EB948-8A98-43C6-9A67-92AF29CBD00A}" type="presOf" srcId="{A0B79886-12AB-444A-847F-7AE91529EF3A}" destId="{C56E1133-7112-45CF-8E65-107D1540835C}" srcOrd="0" destOrd="0" presId="urn:microsoft.com/office/officeart/2005/8/layout/vList2"/>
    <dgm:cxn modelId="{22BDFC4B-355A-4BF1-BBA8-4DC9E332FE77}" srcId="{BFCC929A-CA4C-4046-BA2C-A6D9E96242FF}" destId="{0339D550-DA39-4582-8DBF-CE003539466D}" srcOrd="2" destOrd="0" parTransId="{984E2F19-F4CF-48AA-98B5-365890A91467}" sibTransId="{2F09772A-2E08-43DF-8F38-DA3EC74D2439}"/>
    <dgm:cxn modelId="{18344B54-BC49-4E9A-917D-26C6873637C6}" srcId="{BFCC929A-CA4C-4046-BA2C-A6D9E96242FF}" destId="{B1D8D10A-BE5F-43D7-A114-64B612924956}" srcOrd="0" destOrd="0" parTransId="{92FD2BBF-2654-40E7-888A-C9FA5FA3256B}" sibTransId="{1AEA2579-8D1A-4549-8338-93419D6EACC4}"/>
    <dgm:cxn modelId="{00CDF97F-CACE-4509-B24F-78B072264C25}" type="presOf" srcId="{0339D550-DA39-4582-8DBF-CE003539466D}" destId="{25E10E13-1848-472D-BE32-19B89CD76654}" srcOrd="0" destOrd="0" presId="urn:microsoft.com/office/officeart/2005/8/layout/vList2"/>
    <dgm:cxn modelId="{44A6CAB2-F67D-4847-AD11-12F5FB4D436D}" type="presOf" srcId="{BFCC929A-CA4C-4046-BA2C-A6D9E96242FF}" destId="{6C2C90C8-B71E-41D5-8CDF-D800440A6586}" srcOrd="0" destOrd="0" presId="urn:microsoft.com/office/officeart/2005/8/layout/vList2"/>
    <dgm:cxn modelId="{CC22BFCC-6B4C-43E2-9944-93C03BCEE011}" type="presOf" srcId="{B1D8D10A-BE5F-43D7-A114-64B612924956}" destId="{88E39AD6-45C2-42CF-8082-A09D49D768FA}" srcOrd="0" destOrd="0" presId="urn:microsoft.com/office/officeart/2005/8/layout/vList2"/>
    <dgm:cxn modelId="{4475F1E7-B205-4091-AB5E-1172F95CD2C2}" srcId="{BFCC929A-CA4C-4046-BA2C-A6D9E96242FF}" destId="{A0B79886-12AB-444A-847F-7AE91529EF3A}" srcOrd="1" destOrd="0" parTransId="{316DED33-14B0-48DF-9907-9A0A92103181}" sibTransId="{FA0B5CE5-8082-4955-8981-C5E8C7721CAB}"/>
    <dgm:cxn modelId="{40431684-9F7D-46A8-8F8A-9746BCA107E4}" type="presParOf" srcId="{6C2C90C8-B71E-41D5-8CDF-D800440A6586}" destId="{88E39AD6-45C2-42CF-8082-A09D49D768FA}" srcOrd="0" destOrd="0" presId="urn:microsoft.com/office/officeart/2005/8/layout/vList2"/>
    <dgm:cxn modelId="{048B483C-DADD-483C-BBF4-9B2FE1D4A7ED}" type="presParOf" srcId="{6C2C90C8-B71E-41D5-8CDF-D800440A6586}" destId="{98E1A773-DBA7-476D-AF40-A09F05BD973E}" srcOrd="1" destOrd="0" presId="urn:microsoft.com/office/officeart/2005/8/layout/vList2"/>
    <dgm:cxn modelId="{DF5A51B9-49B7-4CFE-B8E4-0AED0E8470BE}" type="presParOf" srcId="{6C2C90C8-B71E-41D5-8CDF-D800440A6586}" destId="{C56E1133-7112-45CF-8E65-107D1540835C}" srcOrd="2" destOrd="0" presId="urn:microsoft.com/office/officeart/2005/8/layout/vList2"/>
    <dgm:cxn modelId="{F802B6A4-3CFC-4409-9B32-CF60022D7379}" type="presParOf" srcId="{6C2C90C8-B71E-41D5-8CDF-D800440A6586}" destId="{973475FF-FEFB-4FD5-B840-101523788A3D}" srcOrd="3" destOrd="0" presId="urn:microsoft.com/office/officeart/2005/8/layout/vList2"/>
    <dgm:cxn modelId="{67FBBFE6-41C0-439F-935F-86E0B28C057C}" type="presParOf" srcId="{6C2C90C8-B71E-41D5-8CDF-D800440A6586}" destId="{25E10E13-1848-472D-BE32-19B89CD7665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E39AD6-45C2-42CF-8082-A09D49D768FA}">
      <dsp:nvSpPr>
        <dsp:cNvPr id="0" name=""/>
        <dsp:cNvSpPr/>
      </dsp:nvSpPr>
      <dsp:spPr>
        <a:xfrm>
          <a:off x="0" y="102656"/>
          <a:ext cx="6496050" cy="141716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rgbClr val="C00000"/>
              </a:solidFill>
            </a:rPr>
            <a:t>Git error: </a:t>
          </a:r>
          <a:r>
            <a:rPr lang="en-US" sz="2000" b="0" i="0" kern="1200" dirty="0"/>
            <a:t>git config --global --add </a:t>
          </a:r>
          <a:r>
            <a:rPr lang="en-US" sz="2000" b="0" i="0" kern="1200" dirty="0" err="1"/>
            <a:t>safe.directory</a:t>
          </a:r>
          <a:r>
            <a:rPr lang="en-US" sz="2000" b="0" i="0" kern="1200" dirty="0"/>
            <a:t> C:/dev/flutter</a:t>
          </a:r>
          <a:endParaRPr lang="en-US" sz="2000" kern="1200" dirty="0"/>
        </a:p>
      </dsp:txBody>
      <dsp:txXfrm>
        <a:off x="69180" y="171836"/>
        <a:ext cx="6357690" cy="1278802"/>
      </dsp:txXfrm>
    </dsp:sp>
    <dsp:sp modelId="{C56E1133-7112-45CF-8E65-107D1540835C}">
      <dsp:nvSpPr>
        <dsp:cNvPr id="0" name=""/>
        <dsp:cNvSpPr/>
      </dsp:nvSpPr>
      <dsp:spPr>
        <a:xfrm>
          <a:off x="0" y="1577418"/>
          <a:ext cx="6496050" cy="1417162"/>
        </a:xfrm>
        <a:prstGeom prst="roundRect">
          <a:avLst/>
        </a:prstGeom>
        <a:gradFill rotWithShape="0">
          <a:gsLst>
            <a:gs pos="0">
              <a:schemeClr val="accent2">
                <a:hueOff val="-665368"/>
                <a:satOff val="4108"/>
                <a:lumOff val="-588"/>
                <a:alphaOff val="0"/>
                <a:tint val="98000"/>
                <a:lumMod val="114000"/>
              </a:schemeClr>
            </a:gs>
            <a:gs pos="100000">
              <a:schemeClr val="accent2">
                <a:hueOff val="-665368"/>
                <a:satOff val="4108"/>
                <a:lumOff val="-588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rgbClr val="C00000"/>
              </a:solidFill>
            </a:rPr>
            <a:t>Missing licenses: </a:t>
          </a:r>
          <a:r>
            <a:rPr lang="en-US" sz="2000" b="0" i="0" kern="1200" dirty="0"/>
            <a:t>flutter doctor --android-licenses</a:t>
          </a:r>
          <a:endParaRPr lang="en-US" sz="2000" kern="1200" dirty="0"/>
        </a:p>
      </dsp:txBody>
      <dsp:txXfrm>
        <a:off x="69180" y="1646598"/>
        <a:ext cx="6357690" cy="1278802"/>
      </dsp:txXfrm>
    </dsp:sp>
    <dsp:sp modelId="{25E10E13-1848-472D-BE32-19B89CD76654}">
      <dsp:nvSpPr>
        <dsp:cNvPr id="0" name=""/>
        <dsp:cNvSpPr/>
      </dsp:nvSpPr>
      <dsp:spPr>
        <a:xfrm>
          <a:off x="0" y="3052181"/>
          <a:ext cx="6496050" cy="1417162"/>
        </a:xfrm>
        <a:prstGeom prst="roundRect">
          <a:avLst/>
        </a:prstGeom>
        <a:gradFill rotWithShape="0">
          <a:gsLst>
            <a:gs pos="0">
              <a:schemeClr val="accent2">
                <a:hueOff val="-1330735"/>
                <a:satOff val="8216"/>
                <a:lumOff val="-1176"/>
                <a:alphaOff val="0"/>
                <a:tint val="98000"/>
                <a:lumMod val="114000"/>
              </a:schemeClr>
            </a:gs>
            <a:gs pos="100000">
              <a:schemeClr val="accent2">
                <a:hueOff val="-1330735"/>
                <a:satOff val="8216"/>
                <a:lumOff val="-1176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rgbClr val="C00000"/>
              </a:solidFill>
            </a:rPr>
            <a:t>Command line tools missing: </a:t>
          </a:r>
          <a:r>
            <a:rPr lang="en-US" sz="2000" b="0" i="0" kern="1200" dirty="0"/>
            <a:t>open android studio &gt; tools &gt; </a:t>
          </a:r>
          <a:r>
            <a:rPr lang="en-US" sz="2000" b="0" i="0" kern="1200" dirty="0" err="1"/>
            <a:t>sdk</a:t>
          </a:r>
          <a:r>
            <a:rPr lang="en-US" sz="2000" b="0" i="0" kern="1200" dirty="0"/>
            <a:t> manager &gt; languages and frameworks &gt; android </a:t>
          </a:r>
          <a:r>
            <a:rPr lang="en-US" sz="2000" b="0" i="0" kern="1200" dirty="0" err="1"/>
            <a:t>sdk</a:t>
          </a:r>
          <a:r>
            <a:rPr lang="en-US" sz="2000" b="0" i="0" kern="1200" dirty="0"/>
            <a:t> &gt; </a:t>
          </a:r>
          <a:r>
            <a:rPr lang="en-US" sz="2000" b="0" i="0" kern="1200" dirty="0" err="1"/>
            <a:t>sdk</a:t>
          </a:r>
          <a:r>
            <a:rPr lang="en-US" sz="2000" b="0" i="0" kern="1200" dirty="0"/>
            <a:t> tools &gt; android </a:t>
          </a:r>
          <a:r>
            <a:rPr lang="en-US" sz="2000" b="0" i="0" kern="1200" dirty="0" err="1"/>
            <a:t>sdk</a:t>
          </a:r>
          <a:r>
            <a:rPr lang="en-US" sz="2000" b="0" i="0" kern="1200" dirty="0"/>
            <a:t> command-line tools &gt; apply</a:t>
          </a:r>
          <a:endParaRPr lang="en-US" sz="2000" kern="1200" dirty="0"/>
        </a:p>
      </dsp:txBody>
      <dsp:txXfrm>
        <a:off x="69180" y="3121361"/>
        <a:ext cx="6357690" cy="12788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5C460-BEB4-4007-87EE-4DE532DBFBB2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21EDD-3A98-4A29-9F21-362CDB9B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183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c259f0d0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c259f0d05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21EDD-3A98-4A29-9F21-362CDB9B3C39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6876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Endpoint is a string</a:t>
            </a:r>
          </a:p>
          <a:p>
            <a:r>
              <a:rPr lang="en-CA"/>
              <a:t>Are async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21EDD-3A98-4A29-9F21-362CDB9B3C39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3547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975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851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374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413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028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863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42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5373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92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795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098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7281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54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1427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5500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973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47380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656751" y="1680379"/>
            <a:ext cx="566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17200" y="610700"/>
            <a:ext cx="11157600" cy="9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8047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0D7D66B-DB62-4E59-A0E9-775EEBAE6FE4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98544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33B63-26CE-A171-AA3C-D22BCC026A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Intro to Flutter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08CB5-82BB-07A5-032A-EFF043ED7B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DMIT 2504 Week 1 day 3</a:t>
            </a:r>
          </a:p>
        </p:txBody>
      </p:sp>
    </p:spTree>
    <p:extLst>
      <p:ext uri="{BB962C8B-B14F-4D97-AF65-F5344CB8AC3E}">
        <p14:creationId xmlns:p14="http://schemas.microsoft.com/office/powerpoint/2010/main" val="1330967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62000"/>
                <a:hueMod val="108000"/>
                <a:satMod val="164000"/>
                <a:lumMod val="69000"/>
              </a:schemeClr>
              <a:schemeClr val="bg1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731151-418C-4F0C-BFEC-3E68137FF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0C6E5-7800-E2E2-1265-BA9366E54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</a:pPr>
            <a:r>
              <a:rPr lang="en-US" sz="7200"/>
              <a:t>Announcements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D25EAF-C5BE-4B57-A0E1-BA35B7C83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8492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90" name="Oval 89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4" name="Freeform: Shape 10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</a:rPr>
              <a:t>Expectations</a:t>
            </a: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No Late Assignments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No Cheating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Be a good classmate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Don’t go to stupid sites in class 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Show up to class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822F7-2E55-734C-F241-A924D662A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Flutter Doctor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72B8D-23D6-3FC4-8010-CD2BB7F00644}"/>
              </a:ext>
            </a:extLst>
          </p:cNvPr>
          <p:cNvSpPr txBox="1"/>
          <p:nvPr/>
        </p:nvSpPr>
        <p:spPr>
          <a:xfrm>
            <a:off x="646111" y="1731018"/>
            <a:ext cx="65776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Open up a terminal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Run </a:t>
            </a:r>
            <a:r>
              <a:rPr lang="en-CA">
                <a:solidFill>
                  <a:srgbClr val="92D050"/>
                </a:solidFill>
              </a:rPr>
              <a:t>flutter doctor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This checks your development setup for required files, sdks, licenses etc and attempts to fix any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/>
          </a:p>
          <a:p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33B930-094B-5B82-5D72-1F79057A9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273" y="3299309"/>
            <a:ext cx="9813276" cy="277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553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76494F-375A-E059-765F-5AAA24B4F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EBEBEB"/>
                </a:solidFill>
              </a:rPr>
              <a:t>Common Issues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aphicFrame>
        <p:nvGraphicFramePr>
          <p:cNvPr id="35" name="Google Shape;81;p16">
            <a:extLst>
              <a:ext uri="{FF2B5EF4-FFF2-40B4-BE49-F238E27FC236}">
                <a16:creationId xmlns:a16="http://schemas.microsoft.com/office/drawing/2014/main" id="{A59A985A-500C-9E84-74A0-A793759780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3699371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4712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C4F0-8297-1AA0-55CF-03DE5894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Create a Flutter Project</a:t>
            </a:r>
          </a:p>
        </p:txBody>
      </p:sp>
      <p:sp>
        <p:nvSpPr>
          <p:cNvPr id="44" name="Freeform 23">
            <a:extLst>
              <a:ext uri="{FF2B5EF4-FFF2-40B4-BE49-F238E27FC236}">
                <a16:creationId xmlns:a16="http://schemas.microsoft.com/office/drawing/2014/main" id="{CE19B044-213B-4670-997D-10A1AF25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5">
            <a:extLst>
              <a:ext uri="{FF2B5EF4-FFF2-40B4-BE49-F238E27FC236}">
                <a16:creationId xmlns:a16="http://schemas.microsoft.com/office/drawing/2014/main" id="{4D0C6EAC-4CF1-4405-BB7A-D6E48E7DE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EF858D7-84ED-4C7D-B0EB-77866DA2D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1" y="0"/>
            <a:ext cx="6098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D88D366-AA6E-40A4-A229-24A7DC2CC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Google Shape;81;p16">
            <a:extLst>
              <a:ext uri="{FF2B5EF4-FFF2-40B4-BE49-F238E27FC236}">
                <a16:creationId xmlns:a16="http://schemas.microsoft.com/office/drawing/2014/main" id="{01BF52CC-D3A2-17FB-A5AF-97FC2526AB36}"/>
              </a:ext>
            </a:extLst>
          </p:cNvPr>
          <p:cNvSpPr txBox="1">
            <a:spLocks/>
          </p:cNvSpPr>
          <p:nvPr/>
        </p:nvSpPr>
        <p:spPr>
          <a:xfrm>
            <a:off x="646113" y="2052918"/>
            <a:ext cx="4165146" cy="4195481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dirty="0"/>
              <a:t>VS Code</a:t>
            </a:r>
          </a:p>
          <a:p>
            <a:r>
              <a:rPr lang="en-US" dirty="0"/>
              <a:t>Ctrl + shift + p</a:t>
            </a:r>
          </a:p>
          <a:p>
            <a:r>
              <a:rPr lang="en-US" dirty="0"/>
              <a:t>Flutter: New Project</a:t>
            </a:r>
          </a:p>
          <a:p>
            <a:r>
              <a:rPr lang="en-US" dirty="0"/>
              <a:t>Application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Terminal</a:t>
            </a:r>
          </a:p>
          <a:p>
            <a:r>
              <a:rPr lang="en-US" dirty="0"/>
              <a:t>Flutter create &lt;path to create in&gt;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A5AD6-B66A-9E4B-0597-86EF9BC25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0" y="5717525"/>
            <a:ext cx="5792007" cy="5254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C14FA7-1888-8C16-F6DF-EF3EBF33B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1" y="1217084"/>
            <a:ext cx="5792008" cy="5636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8D3BE9-C7C9-E98E-627D-41A2D80625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11" y="1853248"/>
            <a:ext cx="5792008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83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C4F0-8297-1AA0-55CF-03DE5894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Selecting an emulator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9430FD-01E0-2D5B-714D-A48B2BF3A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2" y="2067053"/>
            <a:ext cx="6906589" cy="18100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24387B-2B0C-26FF-C195-50FFF42B1B55}"/>
              </a:ext>
            </a:extLst>
          </p:cNvPr>
          <p:cNvSpPr/>
          <p:nvPr/>
        </p:nvSpPr>
        <p:spPr>
          <a:xfrm>
            <a:off x="5166360" y="3621024"/>
            <a:ext cx="1399032" cy="256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16F0A4-1FB0-0BB9-4558-AB6A9412C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009" y="4287867"/>
            <a:ext cx="5677692" cy="22863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C05B0F6-7195-C6B7-BC8A-D4F73AE2D560}"/>
              </a:ext>
            </a:extLst>
          </p:cNvPr>
          <p:cNvSpPr/>
          <p:nvPr/>
        </p:nvSpPr>
        <p:spPr>
          <a:xfrm>
            <a:off x="1943165" y="5431026"/>
            <a:ext cx="2636520" cy="2192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97381C-FFC5-9988-A2ED-E453655EE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962" y="565272"/>
            <a:ext cx="3067119" cy="600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37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87B6323F-75FD-4FFA-950D-6D013A6DC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A2C34EF-101A-44FE-8A31-E0A7F4776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5C86EC89-02DB-4384-8A63-0EFFEFD1B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4BB1565-EB36-4D75-8888-72796286D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871DF8C3-722E-49D1-87D5-E0FB1D640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93E59372-1F66-480B-ADD0-8000A0547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5C4F0-8297-1AA0-55CF-03DE5894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0623" y="1447800"/>
            <a:ext cx="3333676" cy="309698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Adding an emulator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B3984-E18B-34C8-4EC2-A9345154EDF9}"/>
              </a:ext>
            </a:extLst>
          </p:cNvPr>
          <p:cNvSpPr txBox="1"/>
          <p:nvPr/>
        </p:nvSpPr>
        <p:spPr>
          <a:xfrm>
            <a:off x="8210623" y="4740729"/>
            <a:ext cx="3333676" cy="1469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cap="all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In Android Studio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1DC20DD-0224-434E-91DA-395B807D0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5712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 31">
            <a:extLst>
              <a:ext uri="{FF2B5EF4-FFF2-40B4-BE49-F238E27FC236}">
                <a16:creationId xmlns:a16="http://schemas.microsoft.com/office/drawing/2014/main" id="{BB5EE64C-1B5F-4C91-BF40-5CD149BAE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 5">
            <a:extLst>
              <a:ext uri="{FF2B5EF4-FFF2-40B4-BE49-F238E27FC236}">
                <a16:creationId xmlns:a16="http://schemas.microsoft.com/office/drawing/2014/main" id="{12E122C9-74FD-4763-BC56-6377E3DA7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3708596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66437-6A4D-94B7-6E00-3DB8D0C8E0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206" y="2669684"/>
            <a:ext cx="6270662" cy="2388824"/>
          </a:xfrm>
          <a:prstGeom prst="rect">
            <a:avLst/>
          </a:prstGeom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2C9B3-1392-0836-8F1E-F3810494B3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206" y="1292147"/>
            <a:ext cx="6270662" cy="830861"/>
          </a:xfrm>
          <a:prstGeom prst="rect">
            <a:avLst/>
          </a:prstGeom>
          <a:effectLst/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C9679B7-151D-F81A-CE5F-4F3FA293760D}"/>
              </a:ext>
            </a:extLst>
          </p:cNvPr>
          <p:cNvSpPr/>
          <p:nvPr/>
        </p:nvSpPr>
        <p:spPr>
          <a:xfrm>
            <a:off x="4405492" y="1648407"/>
            <a:ext cx="1399032" cy="256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22DF52-D2C5-C64F-6512-9B54C14D93DC}"/>
              </a:ext>
            </a:extLst>
          </p:cNvPr>
          <p:cNvSpPr/>
          <p:nvPr/>
        </p:nvSpPr>
        <p:spPr>
          <a:xfrm>
            <a:off x="1318990" y="3172966"/>
            <a:ext cx="313867" cy="3633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1909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C4F0-8297-1AA0-55CF-03DE5894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Run a flutter project</a:t>
            </a:r>
          </a:p>
        </p:txBody>
      </p:sp>
      <p:sp>
        <p:nvSpPr>
          <p:cNvPr id="20" name="Freeform 23">
            <a:extLst>
              <a:ext uri="{FF2B5EF4-FFF2-40B4-BE49-F238E27FC236}">
                <a16:creationId xmlns:a16="http://schemas.microsoft.com/office/drawing/2014/main" id="{A994CE7E-AD98-4045-A15B-9054CF58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19C1720A-5B1A-4E31-93A0-A8ACD67EE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C5F271-EC3D-4C17-8F0A-F4F15F524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1" y="0"/>
            <a:ext cx="6098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8250EE-4590-407B-B039-E8BDF27FA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Google Shape;81;p16">
            <a:extLst>
              <a:ext uri="{FF2B5EF4-FFF2-40B4-BE49-F238E27FC236}">
                <a16:creationId xmlns:a16="http://schemas.microsoft.com/office/drawing/2014/main" id="{01BF52CC-D3A2-17FB-A5AF-97FC2526AB36}"/>
              </a:ext>
            </a:extLst>
          </p:cNvPr>
          <p:cNvSpPr txBox="1">
            <a:spLocks/>
          </p:cNvSpPr>
          <p:nvPr/>
        </p:nvSpPr>
        <p:spPr>
          <a:xfrm>
            <a:off x="646113" y="2052918"/>
            <a:ext cx="4165146" cy="4195481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dirty="0"/>
              <a:t>In VS Code</a:t>
            </a:r>
          </a:p>
          <a:p>
            <a:r>
              <a:rPr lang="en-US" dirty="0"/>
              <a:t>Ctrl + f5</a:t>
            </a:r>
          </a:p>
          <a:p>
            <a:r>
              <a:rPr lang="en-US" dirty="0"/>
              <a:t>F5</a:t>
            </a:r>
          </a:p>
          <a:p>
            <a:r>
              <a:rPr lang="en-US" dirty="0"/>
              <a:t>Using the sidebar</a:t>
            </a:r>
          </a:p>
          <a:p>
            <a:r>
              <a:rPr lang="en-US" dirty="0"/>
              <a:t>Reload in sidebar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In Terminal</a:t>
            </a:r>
          </a:p>
          <a:p>
            <a:r>
              <a:rPr lang="en-US" dirty="0"/>
              <a:t>flutter run</a:t>
            </a:r>
          </a:p>
          <a:p>
            <a:r>
              <a:rPr lang="en-US" dirty="0"/>
              <a:t>Reload with “r”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A95EC0-C3F5-EC6D-ADAA-BCCE2A1D7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777" y="452718"/>
            <a:ext cx="1981477" cy="41534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FA1370-DAAF-97AC-8390-32F20190A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539" y="452718"/>
            <a:ext cx="2067213" cy="605874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3590FBB-ED90-31EF-0195-780F6B4EC5CD}"/>
              </a:ext>
            </a:extLst>
          </p:cNvPr>
          <p:cNvSpPr/>
          <p:nvPr/>
        </p:nvSpPr>
        <p:spPr>
          <a:xfrm>
            <a:off x="9352648" y="1596092"/>
            <a:ext cx="313867" cy="3633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9943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2D4A-5330-BE2B-D316-75A1BB1F7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Flutter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221863-980C-7FE9-5B29-8920E43D2179}"/>
              </a:ext>
            </a:extLst>
          </p:cNvPr>
          <p:cNvSpPr txBox="1"/>
          <p:nvPr/>
        </p:nvSpPr>
        <p:spPr>
          <a:xfrm>
            <a:off x="4690683" y="5876789"/>
            <a:ext cx="3667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For some of these tools you need to run in profile mode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03925-2D3B-3A33-801E-9D12A3AE8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320" y="4827797"/>
            <a:ext cx="3667637" cy="18576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6BF144-D49D-C36A-ED17-9E0778B02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80" y="1524262"/>
            <a:ext cx="2088728" cy="354689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B0DA178-DCCF-33E1-C9C1-676264F4E344}"/>
              </a:ext>
            </a:extLst>
          </p:cNvPr>
          <p:cNvCxnSpPr>
            <a:cxnSpLocks/>
          </p:cNvCxnSpPr>
          <p:nvPr/>
        </p:nvCxnSpPr>
        <p:spPr>
          <a:xfrm flipH="1">
            <a:off x="2463282" y="2099388"/>
            <a:ext cx="208872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530D3E7-F12F-1884-3B67-1280DB6E9002}"/>
              </a:ext>
            </a:extLst>
          </p:cNvPr>
          <p:cNvSpPr txBox="1"/>
          <p:nvPr/>
        </p:nvSpPr>
        <p:spPr>
          <a:xfrm>
            <a:off x="4626864" y="1914722"/>
            <a:ext cx="5187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Allows you to view and modify widget layout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C8EFD8-4AF5-1EC0-542B-90237DB58035}"/>
              </a:ext>
            </a:extLst>
          </p:cNvPr>
          <p:cNvCxnSpPr>
            <a:cxnSpLocks/>
          </p:cNvCxnSpPr>
          <p:nvPr/>
        </p:nvCxnSpPr>
        <p:spPr>
          <a:xfrm flipH="1">
            <a:off x="2463282" y="2530194"/>
            <a:ext cx="208872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24F23D0-4105-46E4-E717-03928177F0E4}"/>
              </a:ext>
            </a:extLst>
          </p:cNvPr>
          <p:cNvSpPr txBox="1"/>
          <p:nvPr/>
        </p:nvSpPr>
        <p:spPr>
          <a:xfrm>
            <a:off x="4626864" y="2345528"/>
            <a:ext cx="282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View frame render stats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BBDF1C-B355-B105-4E55-BFA4F4F0076F}"/>
              </a:ext>
            </a:extLst>
          </p:cNvPr>
          <p:cNvCxnSpPr>
            <a:cxnSpLocks/>
          </p:cNvCxnSpPr>
          <p:nvPr/>
        </p:nvCxnSpPr>
        <p:spPr>
          <a:xfrm flipH="1">
            <a:off x="2463282" y="4096371"/>
            <a:ext cx="208872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EC5DEB-4AA9-2FF0-FFF2-9FA65738004C}"/>
              </a:ext>
            </a:extLst>
          </p:cNvPr>
          <p:cNvSpPr txBox="1"/>
          <p:nvPr/>
        </p:nvSpPr>
        <p:spPr>
          <a:xfrm>
            <a:off x="4626864" y="3911705"/>
            <a:ext cx="2996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View console output logs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8B4BF5-C95C-FFF2-EFE0-666C5B5DE75B}"/>
              </a:ext>
            </a:extLst>
          </p:cNvPr>
          <p:cNvCxnSpPr>
            <a:cxnSpLocks/>
          </p:cNvCxnSpPr>
          <p:nvPr/>
        </p:nvCxnSpPr>
        <p:spPr>
          <a:xfrm flipH="1">
            <a:off x="2463282" y="3641945"/>
            <a:ext cx="208872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E1CD7DE-F2A7-F555-FD08-2FA6922B0B43}"/>
              </a:ext>
            </a:extLst>
          </p:cNvPr>
          <p:cNvSpPr txBox="1"/>
          <p:nvPr/>
        </p:nvSpPr>
        <p:spPr>
          <a:xfrm>
            <a:off x="4626864" y="3457279"/>
            <a:ext cx="4863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View network requests made by your app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5FF4B6-E813-C5E1-CCAE-ED64BC1C5D0A}"/>
              </a:ext>
            </a:extLst>
          </p:cNvPr>
          <p:cNvCxnSpPr>
            <a:cxnSpLocks/>
          </p:cNvCxnSpPr>
          <p:nvPr/>
        </p:nvCxnSpPr>
        <p:spPr>
          <a:xfrm flipH="1">
            <a:off x="2463282" y="4851700"/>
            <a:ext cx="208872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ABBBAB2-C4D5-87F5-FA4B-66C147AB8D95}"/>
              </a:ext>
            </a:extLst>
          </p:cNvPr>
          <p:cNvSpPr txBox="1"/>
          <p:nvPr/>
        </p:nvSpPr>
        <p:spPr>
          <a:xfrm>
            <a:off x="4626864" y="4667034"/>
            <a:ext cx="312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Test deep links in your app</a:t>
            </a:r>
          </a:p>
        </p:txBody>
      </p:sp>
    </p:spTree>
    <p:extLst>
      <p:ext uri="{BB962C8B-B14F-4D97-AF65-F5344CB8AC3E}">
        <p14:creationId xmlns:p14="http://schemas.microsoft.com/office/powerpoint/2010/main" val="25410042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188</TotalTime>
  <Words>226</Words>
  <Application>Microsoft Office PowerPoint</Application>
  <PresentationFormat>Widescreen</PresentationFormat>
  <Paragraphs>51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Century Gothic</vt:lpstr>
      <vt:lpstr>Wingdings 3</vt:lpstr>
      <vt:lpstr>Ion</vt:lpstr>
      <vt:lpstr>Intro to Flutter</vt:lpstr>
      <vt:lpstr>Announcements</vt:lpstr>
      <vt:lpstr>Expectations</vt:lpstr>
      <vt:lpstr>Flutter Doctor</vt:lpstr>
      <vt:lpstr>Common Issues</vt:lpstr>
      <vt:lpstr>Create a Flutter Project</vt:lpstr>
      <vt:lpstr>Selecting an emulator</vt:lpstr>
      <vt:lpstr>Adding an emulator</vt:lpstr>
      <vt:lpstr>Run a flutter project</vt:lpstr>
      <vt:lpstr>Flutter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Maurer</dc:creator>
  <cp:lastModifiedBy>Tom Maurer</cp:lastModifiedBy>
  <cp:revision>1</cp:revision>
  <dcterms:created xsi:type="dcterms:W3CDTF">2024-08-30T16:20:47Z</dcterms:created>
  <dcterms:modified xsi:type="dcterms:W3CDTF">2024-09-09T20:37:57Z</dcterms:modified>
</cp:coreProperties>
</file>