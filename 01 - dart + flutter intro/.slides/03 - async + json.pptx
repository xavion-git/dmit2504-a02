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0"/>
  </p:notesMasterIdLst>
  <p:sldIdLst>
    <p:sldId id="256" r:id="rId2"/>
    <p:sldId id="260" r:id="rId3"/>
    <p:sldId id="259" r:id="rId4"/>
    <p:sldId id="261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8F2F38-132A-4975-8697-C24D68858CB3}" v="11" dt="2024-09-05T15:29:09.3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 Maurer" userId="63e8d4ad-d51a-484a-93f0-e9b7fcba0e4f" providerId="ADAL" clId="{36ECCD20-A8A9-4C55-AC19-48082CA8DF99}"/>
    <pc:docChg chg="undo custSel addSld modSld sldOrd">
      <pc:chgData name="Tom Maurer" userId="63e8d4ad-d51a-484a-93f0-e9b7fcba0e4f" providerId="ADAL" clId="{36ECCD20-A8A9-4C55-AC19-48082CA8DF99}" dt="2024-08-30T17:47:44.101" v="2107" actId="14100"/>
      <pc:docMkLst>
        <pc:docMk/>
      </pc:docMkLst>
      <pc:sldChg chg="modSp new mod">
        <pc:chgData name="Tom Maurer" userId="63e8d4ad-d51a-484a-93f0-e9b7fcba0e4f" providerId="ADAL" clId="{36ECCD20-A8A9-4C55-AC19-48082CA8DF99}" dt="2024-08-30T16:21:14.245" v="55" actId="20577"/>
        <pc:sldMkLst>
          <pc:docMk/>
          <pc:sldMk cId="1330967993" sldId="256"/>
        </pc:sldMkLst>
        <pc:spChg chg="mod">
          <ac:chgData name="Tom Maurer" userId="63e8d4ad-d51a-484a-93f0-e9b7fcba0e4f" providerId="ADAL" clId="{36ECCD20-A8A9-4C55-AC19-48082CA8DF99}" dt="2024-08-30T16:21:06.989" v="25" actId="20577"/>
          <ac:spMkLst>
            <pc:docMk/>
            <pc:sldMk cId="1330967993" sldId="256"/>
            <ac:spMk id="2" creationId="{31233B63-26CE-A171-AA3C-D22BCC026A82}"/>
          </ac:spMkLst>
        </pc:spChg>
        <pc:spChg chg="mod">
          <ac:chgData name="Tom Maurer" userId="63e8d4ad-d51a-484a-93f0-e9b7fcba0e4f" providerId="ADAL" clId="{36ECCD20-A8A9-4C55-AC19-48082CA8DF99}" dt="2024-08-30T16:21:14.245" v="55" actId="20577"/>
          <ac:spMkLst>
            <pc:docMk/>
            <pc:sldMk cId="1330967993" sldId="256"/>
            <ac:spMk id="3" creationId="{1AD08CB5-82BB-07A5-032A-EFF043ED7BD7}"/>
          </ac:spMkLst>
        </pc:spChg>
      </pc:sldChg>
      <pc:sldChg chg="addSp delSp modSp new mod setBg setClrOvrMap">
        <pc:chgData name="Tom Maurer" userId="63e8d4ad-d51a-484a-93f0-e9b7fcba0e4f" providerId="ADAL" clId="{36ECCD20-A8A9-4C55-AC19-48082CA8DF99}" dt="2024-08-30T16:53:18.981" v="178" actId="26606"/>
        <pc:sldMkLst>
          <pc:docMk/>
          <pc:sldMk cId="323330893" sldId="257"/>
        </pc:sldMkLst>
        <pc:spChg chg="mod">
          <ac:chgData name="Tom Maurer" userId="63e8d4ad-d51a-484a-93f0-e9b7fcba0e4f" providerId="ADAL" clId="{36ECCD20-A8A9-4C55-AC19-48082CA8DF99}" dt="2024-08-30T16:53:18.981" v="178" actId="26606"/>
          <ac:spMkLst>
            <pc:docMk/>
            <pc:sldMk cId="323330893" sldId="257"/>
            <ac:spMk id="2" creationId="{83342110-3FAD-CC97-F8DA-5B0B0C84F635}"/>
          </ac:spMkLst>
        </pc:spChg>
        <pc:spChg chg="add del mod">
          <ac:chgData name="Tom Maurer" userId="63e8d4ad-d51a-484a-93f0-e9b7fcba0e4f" providerId="ADAL" clId="{36ECCD20-A8A9-4C55-AC19-48082CA8DF99}" dt="2024-08-30T16:53:18.981" v="178" actId="26606"/>
          <ac:spMkLst>
            <pc:docMk/>
            <pc:sldMk cId="323330893" sldId="257"/>
            <ac:spMk id="3" creationId="{DFB90E10-C5C0-3D61-7A10-BA87FE9A79A1}"/>
          </ac:spMkLst>
        </pc:spChg>
        <pc:spChg chg="add del">
          <ac:chgData name="Tom Maurer" userId="63e8d4ad-d51a-484a-93f0-e9b7fcba0e4f" providerId="ADAL" clId="{36ECCD20-A8A9-4C55-AC19-48082CA8DF99}" dt="2024-08-30T16:53:11.926" v="173" actId="26606"/>
          <ac:spMkLst>
            <pc:docMk/>
            <pc:sldMk cId="323330893" sldId="257"/>
            <ac:spMk id="8" creationId="{74CD14DB-BB81-479F-A1FC-1C75640E9F84}"/>
          </ac:spMkLst>
        </pc:spChg>
        <pc:spChg chg="add del">
          <ac:chgData name="Tom Maurer" userId="63e8d4ad-d51a-484a-93f0-e9b7fcba0e4f" providerId="ADAL" clId="{36ECCD20-A8A9-4C55-AC19-48082CA8DF99}" dt="2024-08-30T16:53:16.533" v="175" actId="26606"/>
          <ac:spMkLst>
            <pc:docMk/>
            <pc:sldMk cId="323330893" sldId="257"/>
            <ac:spMk id="9" creationId="{613C9C0A-47AD-49A5-838A-A43281BDCDA3}"/>
          </ac:spMkLst>
        </pc:spChg>
        <pc:spChg chg="add del">
          <ac:chgData name="Tom Maurer" userId="63e8d4ad-d51a-484a-93f0-e9b7fcba0e4f" providerId="ADAL" clId="{36ECCD20-A8A9-4C55-AC19-48082CA8DF99}" dt="2024-08-30T16:53:11.926" v="173" actId="26606"/>
          <ac:spMkLst>
            <pc:docMk/>
            <pc:sldMk cId="323330893" sldId="257"/>
            <ac:spMk id="10" creationId="{C943A91B-7CA7-4592-A975-73B1BF8C4C74}"/>
          </ac:spMkLst>
        </pc:spChg>
        <pc:spChg chg="add del">
          <ac:chgData name="Tom Maurer" userId="63e8d4ad-d51a-484a-93f0-e9b7fcba0e4f" providerId="ADAL" clId="{36ECCD20-A8A9-4C55-AC19-48082CA8DF99}" dt="2024-08-30T16:53:16.533" v="175" actId="26606"/>
          <ac:spMkLst>
            <pc:docMk/>
            <pc:sldMk cId="323330893" sldId="257"/>
            <ac:spMk id="11" creationId="{79507746-2C84-4EB6-B021-47E52891065D}"/>
          </ac:spMkLst>
        </pc:spChg>
        <pc:spChg chg="add del">
          <ac:chgData name="Tom Maurer" userId="63e8d4ad-d51a-484a-93f0-e9b7fcba0e4f" providerId="ADAL" clId="{36ECCD20-A8A9-4C55-AC19-48082CA8DF99}" dt="2024-08-30T16:53:11.926" v="173" actId="26606"/>
          <ac:spMkLst>
            <pc:docMk/>
            <pc:sldMk cId="323330893" sldId="257"/>
            <ac:spMk id="12" creationId="{EC471314-E46A-414B-8D91-74880E84F187}"/>
          </ac:spMkLst>
        </pc:spChg>
        <pc:spChg chg="add del">
          <ac:chgData name="Tom Maurer" userId="63e8d4ad-d51a-484a-93f0-e9b7fcba0e4f" providerId="ADAL" clId="{36ECCD20-A8A9-4C55-AC19-48082CA8DF99}" dt="2024-08-30T16:53:16.533" v="175" actId="26606"/>
          <ac:spMkLst>
            <pc:docMk/>
            <pc:sldMk cId="323330893" sldId="257"/>
            <ac:spMk id="13" creationId="{7B0D28F5-B926-4D9B-9413-91E73A4C62EE}"/>
          </ac:spMkLst>
        </pc:spChg>
        <pc:spChg chg="add del">
          <ac:chgData name="Tom Maurer" userId="63e8d4ad-d51a-484a-93f0-e9b7fcba0e4f" providerId="ADAL" clId="{36ECCD20-A8A9-4C55-AC19-48082CA8DF99}" dt="2024-08-30T16:53:11.926" v="173" actId="26606"/>
          <ac:spMkLst>
            <pc:docMk/>
            <pc:sldMk cId="323330893" sldId="257"/>
            <ac:spMk id="14" creationId="{6A681326-1C9D-44A3-A627-3871BDAE4127}"/>
          </ac:spMkLst>
        </pc:spChg>
        <pc:spChg chg="add del">
          <ac:chgData name="Tom Maurer" userId="63e8d4ad-d51a-484a-93f0-e9b7fcba0e4f" providerId="ADAL" clId="{36ECCD20-A8A9-4C55-AC19-48082CA8DF99}" dt="2024-08-30T16:53:16.533" v="175" actId="26606"/>
          <ac:spMkLst>
            <pc:docMk/>
            <pc:sldMk cId="323330893" sldId="257"/>
            <ac:spMk id="15" creationId="{2B3D24C5-CE61-47C8-A0D0-C767528D128F}"/>
          </ac:spMkLst>
        </pc:spChg>
        <pc:spChg chg="add del">
          <ac:chgData name="Tom Maurer" userId="63e8d4ad-d51a-484a-93f0-e9b7fcba0e4f" providerId="ADAL" clId="{36ECCD20-A8A9-4C55-AC19-48082CA8DF99}" dt="2024-08-30T16:53:18.970" v="177" actId="26606"/>
          <ac:spMkLst>
            <pc:docMk/>
            <pc:sldMk cId="323330893" sldId="257"/>
            <ac:spMk id="17" creationId="{D8B9538A-2A89-47DD-996C-7D2BE2AB6CA0}"/>
          </ac:spMkLst>
        </pc:spChg>
        <pc:spChg chg="add del">
          <ac:chgData name="Tom Maurer" userId="63e8d4ad-d51a-484a-93f0-e9b7fcba0e4f" providerId="ADAL" clId="{36ECCD20-A8A9-4C55-AC19-48082CA8DF99}" dt="2024-08-30T16:53:18.970" v="177" actId="26606"/>
          <ac:spMkLst>
            <pc:docMk/>
            <pc:sldMk cId="323330893" sldId="257"/>
            <ac:spMk id="18" creationId="{E625979B-5325-4898-8EF9-5C174B19218E}"/>
          </ac:spMkLst>
        </pc:spChg>
        <pc:spChg chg="add del">
          <ac:chgData name="Tom Maurer" userId="63e8d4ad-d51a-484a-93f0-e9b7fcba0e4f" providerId="ADAL" clId="{36ECCD20-A8A9-4C55-AC19-48082CA8DF99}" dt="2024-08-30T16:53:18.970" v="177" actId="26606"/>
          <ac:spMkLst>
            <pc:docMk/>
            <pc:sldMk cId="323330893" sldId="257"/>
            <ac:spMk id="19" creationId="{34B22E2B-30D5-47A4-97C5-091EA1ABC728}"/>
          </ac:spMkLst>
        </pc:spChg>
        <pc:spChg chg="add del">
          <ac:chgData name="Tom Maurer" userId="63e8d4ad-d51a-484a-93f0-e9b7fcba0e4f" providerId="ADAL" clId="{36ECCD20-A8A9-4C55-AC19-48082CA8DF99}" dt="2024-08-30T16:53:18.970" v="177" actId="26606"/>
          <ac:spMkLst>
            <pc:docMk/>
            <pc:sldMk cId="323330893" sldId="257"/>
            <ac:spMk id="20" creationId="{9B6DA3CD-A002-40ED-8194-B4E637BD7669}"/>
          </ac:spMkLst>
        </pc:spChg>
        <pc:spChg chg="add">
          <ac:chgData name="Tom Maurer" userId="63e8d4ad-d51a-484a-93f0-e9b7fcba0e4f" providerId="ADAL" clId="{36ECCD20-A8A9-4C55-AC19-48082CA8DF99}" dt="2024-08-30T16:53:18.981" v="178" actId="26606"/>
          <ac:spMkLst>
            <pc:docMk/>
            <pc:sldMk cId="323330893" sldId="257"/>
            <ac:spMk id="23" creationId="{74CD14DB-BB81-479F-A1FC-1C75640E9F84}"/>
          </ac:spMkLst>
        </pc:spChg>
        <pc:spChg chg="add">
          <ac:chgData name="Tom Maurer" userId="63e8d4ad-d51a-484a-93f0-e9b7fcba0e4f" providerId="ADAL" clId="{36ECCD20-A8A9-4C55-AC19-48082CA8DF99}" dt="2024-08-30T16:53:18.981" v="178" actId="26606"/>
          <ac:spMkLst>
            <pc:docMk/>
            <pc:sldMk cId="323330893" sldId="257"/>
            <ac:spMk id="24" creationId="{C943A91B-7CA7-4592-A975-73B1BF8C4C74}"/>
          </ac:spMkLst>
        </pc:spChg>
        <pc:spChg chg="add">
          <ac:chgData name="Tom Maurer" userId="63e8d4ad-d51a-484a-93f0-e9b7fcba0e4f" providerId="ADAL" clId="{36ECCD20-A8A9-4C55-AC19-48082CA8DF99}" dt="2024-08-30T16:53:18.981" v="178" actId="26606"/>
          <ac:spMkLst>
            <pc:docMk/>
            <pc:sldMk cId="323330893" sldId="257"/>
            <ac:spMk id="25" creationId="{EC471314-E46A-414B-8D91-74880E84F187}"/>
          </ac:spMkLst>
        </pc:spChg>
        <pc:spChg chg="add">
          <ac:chgData name="Tom Maurer" userId="63e8d4ad-d51a-484a-93f0-e9b7fcba0e4f" providerId="ADAL" clId="{36ECCD20-A8A9-4C55-AC19-48082CA8DF99}" dt="2024-08-30T16:53:18.981" v="178" actId="26606"/>
          <ac:spMkLst>
            <pc:docMk/>
            <pc:sldMk cId="323330893" sldId="257"/>
            <ac:spMk id="26" creationId="{6A681326-1C9D-44A3-A627-3871BDAE4127}"/>
          </ac:spMkLst>
        </pc:spChg>
        <pc:spChg chg="add">
          <ac:chgData name="Tom Maurer" userId="63e8d4ad-d51a-484a-93f0-e9b7fcba0e4f" providerId="ADAL" clId="{36ECCD20-A8A9-4C55-AC19-48082CA8DF99}" dt="2024-08-30T16:53:18.981" v="178" actId="26606"/>
          <ac:spMkLst>
            <pc:docMk/>
            <pc:sldMk cId="323330893" sldId="257"/>
            <ac:spMk id="27" creationId="{DFB90E10-C5C0-3D61-7A10-BA87FE9A79A1}"/>
          </ac:spMkLst>
        </pc:spChg>
        <pc:graphicFrameChg chg="add del">
          <ac:chgData name="Tom Maurer" userId="63e8d4ad-d51a-484a-93f0-e9b7fcba0e4f" providerId="ADAL" clId="{36ECCD20-A8A9-4C55-AC19-48082CA8DF99}" dt="2024-08-30T16:53:16.533" v="175" actId="26606"/>
          <ac:graphicFrameMkLst>
            <pc:docMk/>
            <pc:sldMk cId="323330893" sldId="257"/>
            <ac:graphicFrameMk id="5" creationId="{00BF97FB-C79E-DB21-08D4-F3D94031261B}"/>
          </ac:graphicFrameMkLst>
        </pc:graphicFrameChg>
        <pc:graphicFrameChg chg="add del">
          <ac:chgData name="Tom Maurer" userId="63e8d4ad-d51a-484a-93f0-e9b7fcba0e4f" providerId="ADAL" clId="{36ECCD20-A8A9-4C55-AC19-48082CA8DF99}" dt="2024-08-30T16:53:18.970" v="177" actId="26606"/>
          <ac:graphicFrameMkLst>
            <pc:docMk/>
            <pc:sldMk cId="323330893" sldId="257"/>
            <ac:graphicFrameMk id="21" creationId="{F6F7A19F-BDF1-ECF2-5C59-557FFCD76856}"/>
          </ac:graphicFrameMkLst>
        </pc:graphicFrameChg>
      </pc:sldChg>
      <pc:sldChg chg="addSp modSp add mod ord setBg setClrOvrMap">
        <pc:chgData name="Tom Maurer" userId="63e8d4ad-d51a-484a-93f0-e9b7fcba0e4f" providerId="ADAL" clId="{36ECCD20-A8A9-4C55-AC19-48082CA8DF99}" dt="2024-08-30T16:53:24.001" v="179" actId="20577"/>
        <pc:sldMkLst>
          <pc:docMk/>
          <pc:sldMk cId="0" sldId="259"/>
        </pc:sldMkLst>
        <pc:spChg chg="mod">
          <ac:chgData name="Tom Maurer" userId="63e8d4ad-d51a-484a-93f0-e9b7fcba0e4f" providerId="ADAL" clId="{36ECCD20-A8A9-4C55-AC19-48082CA8DF99}" dt="2024-08-30T16:53:24.001" v="179" actId="20577"/>
          <ac:spMkLst>
            <pc:docMk/>
            <pc:sldMk cId="0" sldId="259"/>
            <ac:spMk id="80" creationId="{00000000-0000-0000-0000-000000000000}"/>
          </ac:spMkLst>
        </pc:spChg>
        <pc:spChg chg="mod">
          <ac:chgData name="Tom Maurer" userId="63e8d4ad-d51a-484a-93f0-e9b7fcba0e4f" providerId="ADAL" clId="{36ECCD20-A8A9-4C55-AC19-48082CA8DF99}" dt="2024-08-30T16:53:03.201" v="171" actId="26606"/>
          <ac:spMkLst>
            <pc:docMk/>
            <pc:sldMk cId="0" sldId="259"/>
            <ac:spMk id="81" creationId="{00000000-0000-0000-0000-000000000000}"/>
          </ac:spMkLst>
        </pc:spChg>
        <pc:spChg chg="add">
          <ac:chgData name="Tom Maurer" userId="63e8d4ad-d51a-484a-93f0-e9b7fcba0e4f" providerId="ADAL" clId="{36ECCD20-A8A9-4C55-AC19-48082CA8DF99}" dt="2024-08-30T16:53:03.201" v="171" actId="26606"/>
          <ac:spMkLst>
            <pc:docMk/>
            <pc:sldMk cId="0" sldId="259"/>
            <ac:spMk id="90" creationId="{1653AB08-C531-42A8-AA8D-C2ABAE87CCE6}"/>
          </ac:spMkLst>
        </pc:spChg>
        <pc:spChg chg="add">
          <ac:chgData name="Tom Maurer" userId="63e8d4ad-d51a-484a-93f0-e9b7fcba0e4f" providerId="ADAL" clId="{36ECCD20-A8A9-4C55-AC19-48082CA8DF99}" dt="2024-08-30T16:53:03.201" v="171" actId="26606"/>
          <ac:spMkLst>
            <pc:docMk/>
            <pc:sldMk cId="0" sldId="259"/>
            <ac:spMk id="96" creationId="{CED2641B-4430-4CF4-89AB-3FADDD630F25}"/>
          </ac:spMkLst>
        </pc:spChg>
        <pc:spChg chg="add">
          <ac:chgData name="Tom Maurer" userId="63e8d4ad-d51a-484a-93f0-e9b7fcba0e4f" providerId="ADAL" clId="{36ECCD20-A8A9-4C55-AC19-48082CA8DF99}" dt="2024-08-30T16:53:03.201" v="171" actId="26606"/>
          <ac:spMkLst>
            <pc:docMk/>
            <pc:sldMk cId="0" sldId="259"/>
            <ac:spMk id="98" creationId="{74CD14DB-BB81-479F-A1FC-1C75640E9F84}"/>
          </ac:spMkLst>
        </pc:spChg>
        <pc:spChg chg="add">
          <ac:chgData name="Tom Maurer" userId="63e8d4ad-d51a-484a-93f0-e9b7fcba0e4f" providerId="ADAL" clId="{36ECCD20-A8A9-4C55-AC19-48082CA8DF99}" dt="2024-08-30T16:53:03.201" v="171" actId="26606"/>
          <ac:spMkLst>
            <pc:docMk/>
            <pc:sldMk cId="0" sldId="259"/>
            <ac:spMk id="100" creationId="{C943A91B-7CA7-4592-A975-73B1BF8C4C74}"/>
          </ac:spMkLst>
        </pc:spChg>
        <pc:spChg chg="add">
          <ac:chgData name="Tom Maurer" userId="63e8d4ad-d51a-484a-93f0-e9b7fcba0e4f" providerId="ADAL" clId="{36ECCD20-A8A9-4C55-AC19-48082CA8DF99}" dt="2024-08-30T16:53:03.201" v="171" actId="26606"/>
          <ac:spMkLst>
            <pc:docMk/>
            <pc:sldMk cId="0" sldId="259"/>
            <ac:spMk id="102" creationId="{EC471314-E46A-414B-8D91-74880E84F187}"/>
          </ac:spMkLst>
        </pc:spChg>
        <pc:spChg chg="add">
          <ac:chgData name="Tom Maurer" userId="63e8d4ad-d51a-484a-93f0-e9b7fcba0e4f" providerId="ADAL" clId="{36ECCD20-A8A9-4C55-AC19-48082CA8DF99}" dt="2024-08-30T16:53:03.201" v="171" actId="26606"/>
          <ac:spMkLst>
            <pc:docMk/>
            <pc:sldMk cId="0" sldId="259"/>
            <ac:spMk id="104" creationId="{6A681326-1C9D-44A3-A627-3871BDAE4127}"/>
          </ac:spMkLst>
        </pc:spChg>
        <pc:picChg chg="add">
          <ac:chgData name="Tom Maurer" userId="63e8d4ad-d51a-484a-93f0-e9b7fcba0e4f" providerId="ADAL" clId="{36ECCD20-A8A9-4C55-AC19-48082CA8DF99}" dt="2024-08-30T16:53:03.201" v="171" actId="26606"/>
          <ac:picMkLst>
            <pc:docMk/>
            <pc:sldMk cId="0" sldId="259"/>
            <ac:picMk id="86" creationId="{5D2D844C-AB64-4A03-80BE-33212E61DD07}"/>
          </ac:picMkLst>
        </pc:picChg>
        <pc:picChg chg="add">
          <ac:chgData name="Tom Maurer" userId="63e8d4ad-d51a-484a-93f0-e9b7fcba0e4f" providerId="ADAL" clId="{36ECCD20-A8A9-4C55-AC19-48082CA8DF99}" dt="2024-08-30T16:53:03.201" v="171" actId="26606"/>
          <ac:picMkLst>
            <pc:docMk/>
            <pc:sldMk cId="0" sldId="259"/>
            <ac:picMk id="88" creationId="{CAAD0E9B-89C2-4268-98B4-BA7BFFF2C705}"/>
          </ac:picMkLst>
        </pc:picChg>
        <pc:picChg chg="add">
          <ac:chgData name="Tom Maurer" userId="63e8d4ad-d51a-484a-93f0-e9b7fcba0e4f" providerId="ADAL" clId="{36ECCD20-A8A9-4C55-AC19-48082CA8DF99}" dt="2024-08-30T16:53:03.201" v="171" actId="26606"/>
          <ac:picMkLst>
            <pc:docMk/>
            <pc:sldMk cId="0" sldId="259"/>
            <ac:picMk id="92" creationId="{72E47EEC-33C8-4EC3-8BFC-BB02B4171FDA}"/>
          </ac:picMkLst>
        </pc:picChg>
        <pc:picChg chg="add">
          <ac:chgData name="Tom Maurer" userId="63e8d4ad-d51a-484a-93f0-e9b7fcba0e4f" providerId="ADAL" clId="{36ECCD20-A8A9-4C55-AC19-48082CA8DF99}" dt="2024-08-30T16:53:03.201" v="171" actId="26606"/>
          <ac:picMkLst>
            <pc:docMk/>
            <pc:sldMk cId="0" sldId="259"/>
            <ac:picMk id="94" creationId="{A8BC9CC6-50D5-4C61-9EDE-315A1B5F14E4}"/>
          </ac:picMkLst>
        </pc:picChg>
      </pc:sldChg>
      <pc:sldChg chg="addSp delSp modSp new mod ord setBg setClrOvrMap">
        <pc:chgData name="Tom Maurer" userId="63e8d4ad-d51a-484a-93f0-e9b7fcba0e4f" providerId="ADAL" clId="{36ECCD20-A8A9-4C55-AC19-48082CA8DF99}" dt="2024-08-30T16:50:59.536" v="170" actId="26606"/>
        <pc:sldMkLst>
          <pc:docMk/>
          <pc:sldMk cId="4008492965" sldId="260"/>
        </pc:sldMkLst>
        <pc:spChg chg="mod">
          <ac:chgData name="Tom Maurer" userId="63e8d4ad-d51a-484a-93f0-e9b7fcba0e4f" providerId="ADAL" clId="{36ECCD20-A8A9-4C55-AC19-48082CA8DF99}" dt="2024-08-30T16:50:59.536" v="170" actId="26606"/>
          <ac:spMkLst>
            <pc:docMk/>
            <pc:sldMk cId="4008492965" sldId="260"/>
            <ac:spMk id="2" creationId="{AF30C6E5-7800-E2E2-1265-BA9366E54E3A}"/>
          </ac:spMkLst>
        </pc:spChg>
        <pc:spChg chg="del">
          <ac:chgData name="Tom Maurer" userId="63e8d4ad-d51a-484a-93f0-e9b7fcba0e4f" providerId="ADAL" clId="{36ECCD20-A8A9-4C55-AC19-48082CA8DF99}" dt="2024-08-30T16:50:51.467" v="169" actId="478"/>
          <ac:spMkLst>
            <pc:docMk/>
            <pc:sldMk cId="4008492965" sldId="260"/>
            <ac:spMk id="3" creationId="{72A71DF0-EEC8-7FA8-A33B-E7B54D079FB3}"/>
          </ac:spMkLst>
        </pc:spChg>
        <pc:spChg chg="add">
          <ac:chgData name="Tom Maurer" userId="63e8d4ad-d51a-484a-93f0-e9b7fcba0e4f" providerId="ADAL" clId="{36ECCD20-A8A9-4C55-AC19-48082CA8DF99}" dt="2024-08-30T16:50:59.536" v="170" actId="26606"/>
          <ac:spMkLst>
            <pc:docMk/>
            <pc:sldMk cId="4008492965" sldId="260"/>
            <ac:spMk id="11" creationId="{1653AB08-C531-42A8-AA8D-C2ABAE87CCE6}"/>
          </ac:spMkLst>
        </pc:spChg>
        <pc:spChg chg="add">
          <ac:chgData name="Tom Maurer" userId="63e8d4ad-d51a-484a-93f0-e9b7fcba0e4f" providerId="ADAL" clId="{36ECCD20-A8A9-4C55-AC19-48082CA8DF99}" dt="2024-08-30T16:50:59.536" v="170" actId="26606"/>
          <ac:spMkLst>
            <pc:docMk/>
            <pc:sldMk cId="4008492965" sldId="260"/>
            <ac:spMk id="17" creationId="{CED2641B-4430-4CF4-89AB-3FADDD630F25}"/>
          </ac:spMkLst>
        </pc:spChg>
        <pc:spChg chg="add">
          <ac:chgData name="Tom Maurer" userId="63e8d4ad-d51a-484a-93f0-e9b7fcba0e4f" providerId="ADAL" clId="{36ECCD20-A8A9-4C55-AC19-48082CA8DF99}" dt="2024-08-30T16:50:59.536" v="170" actId="26606"/>
          <ac:spMkLst>
            <pc:docMk/>
            <pc:sldMk cId="4008492965" sldId="260"/>
            <ac:spMk id="19" creationId="{2B731151-418C-4F0C-BFEC-3E68137FF0E5}"/>
          </ac:spMkLst>
        </pc:spChg>
        <pc:spChg chg="add">
          <ac:chgData name="Tom Maurer" userId="63e8d4ad-d51a-484a-93f0-e9b7fcba0e4f" providerId="ADAL" clId="{36ECCD20-A8A9-4C55-AC19-48082CA8DF99}" dt="2024-08-30T16:50:59.536" v="170" actId="26606"/>
          <ac:spMkLst>
            <pc:docMk/>
            <pc:sldMk cId="4008492965" sldId="260"/>
            <ac:spMk id="21" creationId="{41D25EAF-C5BE-4B57-A0E1-BA35B7C83F54}"/>
          </ac:spMkLst>
        </pc:spChg>
        <pc:picChg chg="add">
          <ac:chgData name="Tom Maurer" userId="63e8d4ad-d51a-484a-93f0-e9b7fcba0e4f" providerId="ADAL" clId="{36ECCD20-A8A9-4C55-AC19-48082CA8DF99}" dt="2024-08-30T16:50:59.536" v="170" actId="26606"/>
          <ac:picMkLst>
            <pc:docMk/>
            <pc:sldMk cId="4008492965" sldId="260"/>
            <ac:picMk id="7" creationId="{5D2D844C-AB64-4A03-80BE-33212E61DD07}"/>
          </ac:picMkLst>
        </pc:picChg>
        <pc:picChg chg="add">
          <ac:chgData name="Tom Maurer" userId="63e8d4ad-d51a-484a-93f0-e9b7fcba0e4f" providerId="ADAL" clId="{36ECCD20-A8A9-4C55-AC19-48082CA8DF99}" dt="2024-08-30T16:50:59.536" v="170" actId="26606"/>
          <ac:picMkLst>
            <pc:docMk/>
            <pc:sldMk cId="4008492965" sldId="260"/>
            <ac:picMk id="9" creationId="{CAAD0E9B-89C2-4268-98B4-BA7BFFF2C705}"/>
          </ac:picMkLst>
        </pc:picChg>
        <pc:picChg chg="add">
          <ac:chgData name="Tom Maurer" userId="63e8d4ad-d51a-484a-93f0-e9b7fcba0e4f" providerId="ADAL" clId="{36ECCD20-A8A9-4C55-AC19-48082CA8DF99}" dt="2024-08-30T16:50:59.536" v="170" actId="26606"/>
          <ac:picMkLst>
            <pc:docMk/>
            <pc:sldMk cId="4008492965" sldId="260"/>
            <ac:picMk id="13" creationId="{72E47EEC-33C8-4EC3-8BFC-BB02B4171FDA}"/>
          </ac:picMkLst>
        </pc:picChg>
        <pc:picChg chg="add">
          <ac:chgData name="Tom Maurer" userId="63e8d4ad-d51a-484a-93f0-e9b7fcba0e4f" providerId="ADAL" clId="{36ECCD20-A8A9-4C55-AC19-48082CA8DF99}" dt="2024-08-30T16:50:59.536" v="170" actId="26606"/>
          <ac:picMkLst>
            <pc:docMk/>
            <pc:sldMk cId="4008492965" sldId="260"/>
            <ac:picMk id="15" creationId="{A8BC9CC6-50D5-4C61-9EDE-315A1B5F14E4}"/>
          </ac:picMkLst>
        </pc:picChg>
      </pc:sldChg>
      <pc:sldChg chg="addSp delSp modSp new mod">
        <pc:chgData name="Tom Maurer" userId="63e8d4ad-d51a-484a-93f0-e9b7fcba0e4f" providerId="ADAL" clId="{36ECCD20-A8A9-4C55-AC19-48082CA8DF99}" dt="2024-08-30T17:00:59.144" v="339"/>
        <pc:sldMkLst>
          <pc:docMk/>
          <pc:sldMk cId="1679553109" sldId="261"/>
        </pc:sldMkLst>
        <pc:spChg chg="mod">
          <ac:chgData name="Tom Maurer" userId="63e8d4ad-d51a-484a-93f0-e9b7fcba0e4f" providerId="ADAL" clId="{36ECCD20-A8A9-4C55-AC19-48082CA8DF99}" dt="2024-08-30T16:53:40.734" v="219" actId="20577"/>
          <ac:spMkLst>
            <pc:docMk/>
            <pc:sldMk cId="1679553109" sldId="261"/>
            <ac:spMk id="2" creationId="{6E0822F7-2E55-734C-F241-A924D662A3B6}"/>
          </ac:spMkLst>
        </pc:spChg>
        <pc:spChg chg="del">
          <ac:chgData name="Tom Maurer" userId="63e8d4ad-d51a-484a-93f0-e9b7fcba0e4f" providerId="ADAL" clId="{36ECCD20-A8A9-4C55-AC19-48082CA8DF99}" dt="2024-08-30T16:56:57.208" v="220" actId="478"/>
          <ac:spMkLst>
            <pc:docMk/>
            <pc:sldMk cId="1679553109" sldId="261"/>
            <ac:spMk id="3" creationId="{BD18BA38-1D54-66B6-BF02-36A35E1CB3BB}"/>
          </ac:spMkLst>
        </pc:spChg>
        <pc:spChg chg="add mod">
          <ac:chgData name="Tom Maurer" userId="63e8d4ad-d51a-484a-93f0-e9b7fcba0e4f" providerId="ADAL" clId="{36ECCD20-A8A9-4C55-AC19-48082CA8DF99}" dt="2024-08-30T16:57:40.316" v="233" actId="14100"/>
          <ac:spMkLst>
            <pc:docMk/>
            <pc:sldMk cId="1679553109" sldId="261"/>
            <ac:spMk id="6" creationId="{52823A96-FBF4-4BE3-8C16-EBE2A5B4D1DB}"/>
          </ac:spMkLst>
        </pc:spChg>
        <pc:spChg chg="add mod">
          <ac:chgData name="Tom Maurer" userId="63e8d4ad-d51a-484a-93f0-e9b7fcba0e4f" providerId="ADAL" clId="{36ECCD20-A8A9-4C55-AC19-48082CA8DF99}" dt="2024-08-30T16:58:10.113" v="250" actId="1076"/>
          <ac:spMkLst>
            <pc:docMk/>
            <pc:sldMk cId="1679553109" sldId="261"/>
            <ac:spMk id="10" creationId="{BB4E29D2-C0C0-D60C-6457-DD3D433DE54A}"/>
          </ac:spMkLst>
        </pc:spChg>
        <pc:spChg chg="add mod">
          <ac:chgData name="Tom Maurer" userId="63e8d4ad-d51a-484a-93f0-e9b7fcba0e4f" providerId="ADAL" clId="{36ECCD20-A8A9-4C55-AC19-48082CA8DF99}" dt="2024-08-30T16:59:07.756" v="254" actId="208"/>
          <ac:spMkLst>
            <pc:docMk/>
            <pc:sldMk cId="1679553109" sldId="261"/>
            <ac:spMk id="11" creationId="{2F363A43-113D-8CFC-A563-4EABCA048737}"/>
          </ac:spMkLst>
        </pc:spChg>
        <pc:spChg chg="add mod">
          <ac:chgData name="Tom Maurer" userId="63e8d4ad-d51a-484a-93f0-e9b7fcba0e4f" providerId="ADAL" clId="{36ECCD20-A8A9-4C55-AC19-48082CA8DF99}" dt="2024-08-30T16:59:46.227" v="308" actId="14100"/>
          <ac:spMkLst>
            <pc:docMk/>
            <pc:sldMk cId="1679553109" sldId="261"/>
            <ac:spMk id="16" creationId="{4AA578E5-5DE5-4E32-DDCA-C9E85C6C48DA}"/>
          </ac:spMkLst>
        </pc:spChg>
        <pc:spChg chg="add del mod">
          <ac:chgData name="Tom Maurer" userId="63e8d4ad-d51a-484a-93f0-e9b7fcba0e4f" providerId="ADAL" clId="{36ECCD20-A8A9-4C55-AC19-48082CA8DF99}" dt="2024-08-30T16:59:57.072" v="311" actId="478"/>
          <ac:spMkLst>
            <pc:docMk/>
            <pc:sldMk cId="1679553109" sldId="261"/>
            <ac:spMk id="17" creationId="{7D9C276E-BA3F-530F-6062-FCE7622CA987}"/>
          </ac:spMkLst>
        </pc:spChg>
        <pc:spChg chg="add mod">
          <ac:chgData name="Tom Maurer" userId="63e8d4ad-d51a-484a-93f0-e9b7fcba0e4f" providerId="ADAL" clId="{36ECCD20-A8A9-4C55-AC19-48082CA8DF99}" dt="2024-08-30T17:00:09.190" v="315" actId="208"/>
          <ac:spMkLst>
            <pc:docMk/>
            <pc:sldMk cId="1679553109" sldId="261"/>
            <ac:spMk id="18" creationId="{319D36AA-A3CF-B238-CF35-B13DDBB78A62}"/>
          </ac:spMkLst>
        </pc:spChg>
        <pc:spChg chg="add mod">
          <ac:chgData name="Tom Maurer" userId="63e8d4ad-d51a-484a-93f0-e9b7fcba0e4f" providerId="ADAL" clId="{36ECCD20-A8A9-4C55-AC19-48082CA8DF99}" dt="2024-08-30T17:00:52.468" v="338" actId="1076"/>
          <ac:spMkLst>
            <pc:docMk/>
            <pc:sldMk cId="1679553109" sldId="261"/>
            <ac:spMk id="24" creationId="{3ED0E233-9DF0-BB73-9C12-A8F6CC4BC768}"/>
          </ac:spMkLst>
        </pc:spChg>
        <pc:picChg chg="add mod">
          <ac:chgData name="Tom Maurer" userId="63e8d4ad-d51a-484a-93f0-e9b7fcba0e4f" providerId="ADAL" clId="{36ECCD20-A8A9-4C55-AC19-48082CA8DF99}" dt="2024-08-30T16:57:08.010" v="227" actId="1076"/>
          <ac:picMkLst>
            <pc:docMk/>
            <pc:sldMk cId="1679553109" sldId="261"/>
            <ac:picMk id="5" creationId="{A5F7F69C-A809-AE66-8336-5D66C6417C4B}"/>
          </ac:picMkLst>
        </pc:picChg>
        <pc:cxnChg chg="add mod">
          <ac:chgData name="Tom Maurer" userId="63e8d4ad-d51a-484a-93f0-e9b7fcba0e4f" providerId="ADAL" clId="{36ECCD20-A8A9-4C55-AC19-48082CA8DF99}" dt="2024-08-30T16:57:59.075" v="237" actId="14100"/>
          <ac:cxnSpMkLst>
            <pc:docMk/>
            <pc:sldMk cId="1679553109" sldId="261"/>
            <ac:cxnSpMk id="8" creationId="{11D6C71B-3F8D-78AD-542C-C420E73F835A}"/>
          </ac:cxnSpMkLst>
        </pc:cxnChg>
        <pc:cxnChg chg="add mod">
          <ac:chgData name="Tom Maurer" userId="63e8d4ad-d51a-484a-93f0-e9b7fcba0e4f" providerId="ADAL" clId="{36ECCD20-A8A9-4C55-AC19-48082CA8DF99}" dt="2024-08-30T16:59:17.772" v="260" actId="208"/>
          <ac:cxnSpMkLst>
            <pc:docMk/>
            <pc:sldMk cId="1679553109" sldId="261"/>
            <ac:cxnSpMk id="12" creationId="{E36FF68C-8224-7205-986B-EA0FDFE14726}"/>
          </ac:cxnSpMkLst>
        </pc:cxnChg>
        <pc:cxnChg chg="add mod">
          <ac:chgData name="Tom Maurer" userId="63e8d4ad-d51a-484a-93f0-e9b7fcba0e4f" providerId="ADAL" clId="{36ECCD20-A8A9-4C55-AC19-48082CA8DF99}" dt="2024-08-30T17:00:26.571" v="322" actId="14100"/>
          <ac:cxnSpMkLst>
            <pc:docMk/>
            <pc:sldMk cId="1679553109" sldId="261"/>
            <ac:cxnSpMk id="19" creationId="{C32B9307-593F-3844-FA0B-DE7703860FF0}"/>
          </ac:cxnSpMkLst>
        </pc:cxnChg>
        <pc:cxnChg chg="add mod">
          <ac:chgData name="Tom Maurer" userId="63e8d4ad-d51a-484a-93f0-e9b7fcba0e4f" providerId="ADAL" clId="{36ECCD20-A8A9-4C55-AC19-48082CA8DF99}" dt="2024-08-30T17:00:59.144" v="339"/>
          <ac:cxnSpMkLst>
            <pc:docMk/>
            <pc:sldMk cId="1679553109" sldId="261"/>
            <ac:cxnSpMk id="25" creationId="{BAEBAE63-967D-F242-5B7F-F2DB2C48DC79}"/>
          </ac:cxnSpMkLst>
        </pc:cxnChg>
      </pc:sldChg>
      <pc:sldChg chg="addSp delSp modSp add mod setBg setClrOvrMap">
        <pc:chgData name="Tom Maurer" userId="63e8d4ad-d51a-484a-93f0-e9b7fcba0e4f" providerId="ADAL" clId="{36ECCD20-A8A9-4C55-AC19-48082CA8DF99}" dt="2024-08-30T17:12:27.562" v="1321" actId="20577"/>
        <pc:sldMkLst>
          <pc:docMk/>
          <pc:sldMk cId="2194712446" sldId="262"/>
        </pc:sldMkLst>
        <pc:spChg chg="mod">
          <ac:chgData name="Tom Maurer" userId="63e8d4ad-d51a-484a-93f0-e9b7fcba0e4f" providerId="ADAL" clId="{36ECCD20-A8A9-4C55-AC19-48082CA8DF99}" dt="2024-08-30T17:11:30.865" v="1273" actId="26606"/>
          <ac:spMkLst>
            <pc:docMk/>
            <pc:sldMk cId="2194712446" sldId="262"/>
            <ac:spMk id="2" creationId="{6E0822F7-2E55-734C-F241-A924D662A3B6}"/>
          </ac:spMkLst>
        </pc:spChg>
        <pc:spChg chg="add mod">
          <ac:chgData name="Tom Maurer" userId="63e8d4ad-d51a-484a-93f0-e9b7fcba0e4f" providerId="ADAL" clId="{36ECCD20-A8A9-4C55-AC19-48082CA8DF99}" dt="2024-08-30T17:12:27.562" v="1321" actId="20577"/>
          <ac:spMkLst>
            <pc:docMk/>
            <pc:sldMk cId="2194712446" sldId="262"/>
            <ac:spMk id="3" creationId="{61DAA013-88AE-1D83-B18E-68C101614659}"/>
          </ac:spMkLst>
        </pc:spChg>
        <pc:spChg chg="del">
          <ac:chgData name="Tom Maurer" userId="63e8d4ad-d51a-484a-93f0-e9b7fcba0e4f" providerId="ADAL" clId="{36ECCD20-A8A9-4C55-AC19-48082CA8DF99}" dt="2024-08-30T17:01:20.480" v="362" actId="478"/>
          <ac:spMkLst>
            <pc:docMk/>
            <pc:sldMk cId="2194712446" sldId="262"/>
            <ac:spMk id="6" creationId="{52823A96-FBF4-4BE3-8C16-EBE2A5B4D1DB}"/>
          </ac:spMkLst>
        </pc:spChg>
        <pc:spChg chg="add del">
          <ac:chgData name="Tom Maurer" userId="63e8d4ad-d51a-484a-93f0-e9b7fcba0e4f" providerId="ADAL" clId="{36ECCD20-A8A9-4C55-AC19-48082CA8DF99}" dt="2024-08-30T17:11:30.849" v="1272" actId="26606"/>
          <ac:spMkLst>
            <pc:docMk/>
            <pc:sldMk cId="2194712446" sldId="262"/>
            <ac:spMk id="7" creationId="{74CD14DB-BB81-479F-A1FC-1C75640E9F84}"/>
          </ac:spMkLst>
        </pc:spChg>
        <pc:spChg chg="add del">
          <ac:chgData name="Tom Maurer" userId="63e8d4ad-d51a-484a-93f0-e9b7fcba0e4f" providerId="ADAL" clId="{36ECCD20-A8A9-4C55-AC19-48082CA8DF99}" dt="2024-08-30T17:11:30.849" v="1272" actId="26606"/>
          <ac:spMkLst>
            <pc:docMk/>
            <pc:sldMk cId="2194712446" sldId="262"/>
            <ac:spMk id="9" creationId="{C943A91B-7CA7-4592-A975-73B1BF8C4C74}"/>
          </ac:spMkLst>
        </pc:spChg>
        <pc:spChg chg="del">
          <ac:chgData name="Tom Maurer" userId="63e8d4ad-d51a-484a-93f0-e9b7fcba0e4f" providerId="ADAL" clId="{36ECCD20-A8A9-4C55-AC19-48082CA8DF99}" dt="2024-08-30T17:01:20.480" v="362" actId="478"/>
          <ac:spMkLst>
            <pc:docMk/>
            <pc:sldMk cId="2194712446" sldId="262"/>
            <ac:spMk id="10" creationId="{BB4E29D2-C0C0-D60C-6457-DD3D433DE54A}"/>
          </ac:spMkLst>
        </pc:spChg>
        <pc:spChg chg="del">
          <ac:chgData name="Tom Maurer" userId="63e8d4ad-d51a-484a-93f0-e9b7fcba0e4f" providerId="ADAL" clId="{36ECCD20-A8A9-4C55-AC19-48082CA8DF99}" dt="2024-08-30T17:01:20.480" v="362" actId="478"/>
          <ac:spMkLst>
            <pc:docMk/>
            <pc:sldMk cId="2194712446" sldId="262"/>
            <ac:spMk id="11" creationId="{2F363A43-113D-8CFC-A563-4EABCA048737}"/>
          </ac:spMkLst>
        </pc:spChg>
        <pc:spChg chg="add del">
          <ac:chgData name="Tom Maurer" userId="63e8d4ad-d51a-484a-93f0-e9b7fcba0e4f" providerId="ADAL" clId="{36ECCD20-A8A9-4C55-AC19-48082CA8DF99}" dt="2024-08-30T17:11:30.849" v="1272" actId="26606"/>
          <ac:spMkLst>
            <pc:docMk/>
            <pc:sldMk cId="2194712446" sldId="262"/>
            <ac:spMk id="13" creationId="{EC471314-E46A-414B-8D91-74880E84F187}"/>
          </ac:spMkLst>
        </pc:spChg>
        <pc:spChg chg="add del">
          <ac:chgData name="Tom Maurer" userId="63e8d4ad-d51a-484a-93f0-e9b7fcba0e4f" providerId="ADAL" clId="{36ECCD20-A8A9-4C55-AC19-48082CA8DF99}" dt="2024-08-30T17:11:30.849" v="1272" actId="26606"/>
          <ac:spMkLst>
            <pc:docMk/>
            <pc:sldMk cId="2194712446" sldId="262"/>
            <ac:spMk id="14" creationId="{6A681326-1C9D-44A3-A627-3871BDAE4127}"/>
          </ac:spMkLst>
        </pc:spChg>
        <pc:spChg chg="del">
          <ac:chgData name="Tom Maurer" userId="63e8d4ad-d51a-484a-93f0-e9b7fcba0e4f" providerId="ADAL" clId="{36ECCD20-A8A9-4C55-AC19-48082CA8DF99}" dt="2024-08-30T17:01:20.480" v="362" actId="478"/>
          <ac:spMkLst>
            <pc:docMk/>
            <pc:sldMk cId="2194712446" sldId="262"/>
            <ac:spMk id="16" creationId="{4AA578E5-5DE5-4E32-DDCA-C9E85C6C48DA}"/>
          </ac:spMkLst>
        </pc:spChg>
        <pc:spChg chg="add">
          <ac:chgData name="Tom Maurer" userId="63e8d4ad-d51a-484a-93f0-e9b7fcba0e4f" providerId="ADAL" clId="{36ECCD20-A8A9-4C55-AC19-48082CA8DF99}" dt="2024-08-30T17:11:30.865" v="1273" actId="26606"/>
          <ac:spMkLst>
            <pc:docMk/>
            <pc:sldMk cId="2194712446" sldId="262"/>
            <ac:spMk id="17" creationId="{052BEFF1-896C-45B1-B02C-96A6A1BC389A}"/>
          </ac:spMkLst>
        </pc:spChg>
        <pc:spChg chg="del">
          <ac:chgData name="Tom Maurer" userId="63e8d4ad-d51a-484a-93f0-e9b7fcba0e4f" providerId="ADAL" clId="{36ECCD20-A8A9-4C55-AC19-48082CA8DF99}" dt="2024-08-30T17:01:20.480" v="362" actId="478"/>
          <ac:spMkLst>
            <pc:docMk/>
            <pc:sldMk cId="2194712446" sldId="262"/>
            <ac:spMk id="18" creationId="{319D36AA-A3CF-B238-CF35-B13DDBB78A62}"/>
          </ac:spMkLst>
        </pc:spChg>
        <pc:spChg chg="add">
          <ac:chgData name="Tom Maurer" userId="63e8d4ad-d51a-484a-93f0-e9b7fcba0e4f" providerId="ADAL" clId="{36ECCD20-A8A9-4C55-AC19-48082CA8DF99}" dt="2024-08-30T17:11:30.865" v="1273" actId="26606"/>
          <ac:spMkLst>
            <pc:docMk/>
            <pc:sldMk cId="2194712446" sldId="262"/>
            <ac:spMk id="20" creationId="{BB237A14-61B1-4C00-A670-5D8D68A8668E}"/>
          </ac:spMkLst>
        </pc:spChg>
        <pc:spChg chg="add">
          <ac:chgData name="Tom Maurer" userId="63e8d4ad-d51a-484a-93f0-e9b7fcba0e4f" providerId="ADAL" clId="{36ECCD20-A8A9-4C55-AC19-48082CA8DF99}" dt="2024-08-30T17:11:30.865" v="1273" actId="26606"/>
          <ac:spMkLst>
            <pc:docMk/>
            <pc:sldMk cId="2194712446" sldId="262"/>
            <ac:spMk id="21" creationId="{8598F259-6F54-47A3-8D13-1603D786A328}"/>
          </ac:spMkLst>
        </pc:spChg>
        <pc:spChg chg="add">
          <ac:chgData name="Tom Maurer" userId="63e8d4ad-d51a-484a-93f0-e9b7fcba0e4f" providerId="ADAL" clId="{36ECCD20-A8A9-4C55-AC19-48082CA8DF99}" dt="2024-08-30T17:11:30.865" v="1273" actId="26606"/>
          <ac:spMkLst>
            <pc:docMk/>
            <pc:sldMk cId="2194712446" sldId="262"/>
            <ac:spMk id="22" creationId="{0BA768A8-4FED-4ED8-9E46-6BE72188ECD2}"/>
          </ac:spMkLst>
        </pc:spChg>
        <pc:spChg chg="del mod">
          <ac:chgData name="Tom Maurer" userId="63e8d4ad-d51a-484a-93f0-e9b7fcba0e4f" providerId="ADAL" clId="{36ECCD20-A8A9-4C55-AC19-48082CA8DF99}" dt="2024-08-30T17:01:23.952" v="364" actId="478"/>
          <ac:spMkLst>
            <pc:docMk/>
            <pc:sldMk cId="2194712446" sldId="262"/>
            <ac:spMk id="24" creationId="{3ED0E233-9DF0-BB73-9C12-A8F6CC4BC768}"/>
          </ac:spMkLst>
        </pc:spChg>
        <pc:picChg chg="del">
          <ac:chgData name="Tom Maurer" userId="63e8d4ad-d51a-484a-93f0-e9b7fcba0e4f" providerId="ADAL" clId="{36ECCD20-A8A9-4C55-AC19-48082CA8DF99}" dt="2024-08-30T17:01:14.262" v="359" actId="478"/>
          <ac:picMkLst>
            <pc:docMk/>
            <pc:sldMk cId="2194712446" sldId="262"/>
            <ac:picMk id="5" creationId="{A5F7F69C-A809-AE66-8336-5D66C6417C4B}"/>
          </ac:picMkLst>
        </pc:picChg>
        <pc:cxnChg chg="del mod">
          <ac:chgData name="Tom Maurer" userId="63e8d4ad-d51a-484a-93f0-e9b7fcba0e4f" providerId="ADAL" clId="{36ECCD20-A8A9-4C55-AC19-48082CA8DF99}" dt="2024-08-30T17:01:20.480" v="362" actId="478"/>
          <ac:cxnSpMkLst>
            <pc:docMk/>
            <pc:sldMk cId="2194712446" sldId="262"/>
            <ac:cxnSpMk id="8" creationId="{11D6C71B-3F8D-78AD-542C-C420E73F835A}"/>
          </ac:cxnSpMkLst>
        </pc:cxnChg>
        <pc:cxnChg chg="del mod">
          <ac:chgData name="Tom Maurer" userId="63e8d4ad-d51a-484a-93f0-e9b7fcba0e4f" providerId="ADAL" clId="{36ECCD20-A8A9-4C55-AC19-48082CA8DF99}" dt="2024-08-30T17:01:20.480" v="362" actId="478"/>
          <ac:cxnSpMkLst>
            <pc:docMk/>
            <pc:sldMk cId="2194712446" sldId="262"/>
            <ac:cxnSpMk id="12" creationId="{E36FF68C-8224-7205-986B-EA0FDFE14726}"/>
          </ac:cxnSpMkLst>
        </pc:cxnChg>
        <pc:cxnChg chg="del mod">
          <ac:chgData name="Tom Maurer" userId="63e8d4ad-d51a-484a-93f0-e9b7fcba0e4f" providerId="ADAL" clId="{36ECCD20-A8A9-4C55-AC19-48082CA8DF99}" dt="2024-08-30T17:01:20.480" v="362" actId="478"/>
          <ac:cxnSpMkLst>
            <pc:docMk/>
            <pc:sldMk cId="2194712446" sldId="262"/>
            <ac:cxnSpMk id="19" creationId="{C32B9307-593F-3844-FA0B-DE7703860FF0}"/>
          </ac:cxnSpMkLst>
        </pc:cxnChg>
      </pc:sldChg>
      <pc:sldChg chg="addSp delSp modSp new mod setBg">
        <pc:chgData name="Tom Maurer" userId="63e8d4ad-d51a-484a-93f0-e9b7fcba0e4f" providerId="ADAL" clId="{36ECCD20-A8A9-4C55-AC19-48082CA8DF99}" dt="2024-08-30T17:20:18.003" v="1354" actId="207"/>
        <pc:sldMkLst>
          <pc:docMk/>
          <pc:sldMk cId="1217833227" sldId="263"/>
        </pc:sldMkLst>
        <pc:spChg chg="mod">
          <ac:chgData name="Tom Maurer" userId="63e8d4ad-d51a-484a-93f0-e9b7fcba0e4f" providerId="ADAL" clId="{36ECCD20-A8A9-4C55-AC19-48082CA8DF99}" dt="2024-08-30T17:19:45.720" v="1334" actId="26606"/>
          <ac:spMkLst>
            <pc:docMk/>
            <pc:sldMk cId="1217833227" sldId="263"/>
            <ac:spMk id="2" creationId="{E5B5C4F0-8297-1AA0-55CF-03DE58944232}"/>
          </ac:spMkLst>
        </pc:spChg>
        <pc:spChg chg="del">
          <ac:chgData name="Tom Maurer" userId="63e8d4ad-d51a-484a-93f0-e9b7fcba0e4f" providerId="ADAL" clId="{36ECCD20-A8A9-4C55-AC19-48082CA8DF99}" dt="2024-08-30T17:15:36.299" v="1328" actId="478"/>
          <ac:spMkLst>
            <pc:docMk/>
            <pc:sldMk cId="1217833227" sldId="263"/>
            <ac:spMk id="3" creationId="{51585CFC-F296-0380-FB2F-2CFA5478804A}"/>
          </ac:spMkLst>
        </pc:spChg>
        <pc:spChg chg="add mod">
          <ac:chgData name="Tom Maurer" userId="63e8d4ad-d51a-484a-93f0-e9b7fcba0e4f" providerId="ADAL" clId="{36ECCD20-A8A9-4C55-AC19-48082CA8DF99}" dt="2024-08-30T17:20:06.920" v="1341" actId="1582"/>
          <ac:spMkLst>
            <pc:docMk/>
            <pc:sldMk cId="1217833227" sldId="263"/>
            <ac:spMk id="8" creationId="{5AD6E78B-F88D-9B66-7960-D3C15541ECA5}"/>
          </ac:spMkLst>
        </pc:spChg>
        <pc:spChg chg="add mod">
          <ac:chgData name="Tom Maurer" userId="63e8d4ad-d51a-484a-93f0-e9b7fcba0e4f" providerId="ADAL" clId="{36ECCD20-A8A9-4C55-AC19-48082CA8DF99}" dt="2024-08-30T17:20:18.003" v="1354" actId="207"/>
          <ac:spMkLst>
            <pc:docMk/>
            <pc:sldMk cId="1217833227" sldId="263"/>
            <ac:spMk id="9" creationId="{1413D02C-3D9E-1FA5-ECC6-B98189033641}"/>
          </ac:spMkLst>
        </pc:spChg>
        <pc:spChg chg="add">
          <ac:chgData name="Tom Maurer" userId="63e8d4ad-d51a-484a-93f0-e9b7fcba0e4f" providerId="ADAL" clId="{36ECCD20-A8A9-4C55-AC19-48082CA8DF99}" dt="2024-08-30T17:19:45.720" v="1334" actId="26606"/>
          <ac:spMkLst>
            <pc:docMk/>
            <pc:sldMk cId="1217833227" sldId="263"/>
            <ac:spMk id="16" creationId="{B9C04DC5-313B-4FE4-B868-5672A376419F}"/>
          </ac:spMkLst>
        </pc:spChg>
        <pc:spChg chg="add">
          <ac:chgData name="Tom Maurer" userId="63e8d4ad-d51a-484a-93f0-e9b7fcba0e4f" providerId="ADAL" clId="{36ECCD20-A8A9-4C55-AC19-48082CA8DF99}" dt="2024-08-30T17:19:45.720" v="1334" actId="26606"/>
          <ac:spMkLst>
            <pc:docMk/>
            <pc:sldMk cId="1217833227" sldId="263"/>
            <ac:spMk id="22" creationId="{329FDD08-42D8-4AFF-90E5-5DAA5BC4CBD8}"/>
          </ac:spMkLst>
        </pc:spChg>
        <pc:spChg chg="add">
          <ac:chgData name="Tom Maurer" userId="63e8d4ad-d51a-484a-93f0-e9b7fcba0e4f" providerId="ADAL" clId="{36ECCD20-A8A9-4C55-AC19-48082CA8DF99}" dt="2024-08-30T17:19:45.720" v="1334" actId="26606"/>
          <ac:spMkLst>
            <pc:docMk/>
            <pc:sldMk cId="1217833227" sldId="263"/>
            <ac:spMk id="24" creationId="{C9583823-2AA3-46EB-A803-287EC900BC41}"/>
          </ac:spMkLst>
        </pc:spChg>
        <pc:spChg chg="add">
          <ac:chgData name="Tom Maurer" userId="63e8d4ad-d51a-484a-93f0-e9b7fcba0e4f" providerId="ADAL" clId="{36ECCD20-A8A9-4C55-AC19-48082CA8DF99}" dt="2024-08-30T17:19:45.720" v="1334" actId="26606"/>
          <ac:spMkLst>
            <pc:docMk/>
            <pc:sldMk cId="1217833227" sldId="263"/>
            <ac:spMk id="26" creationId="{CA87D9D8-42FB-4157-A365-AD97CC6BAFEC}"/>
          </ac:spMkLst>
        </pc:spChg>
        <pc:spChg chg="add">
          <ac:chgData name="Tom Maurer" userId="63e8d4ad-d51a-484a-93f0-e9b7fcba0e4f" providerId="ADAL" clId="{36ECCD20-A8A9-4C55-AC19-48082CA8DF99}" dt="2024-08-30T17:19:45.720" v="1334" actId="26606"/>
          <ac:spMkLst>
            <pc:docMk/>
            <pc:sldMk cId="1217833227" sldId="263"/>
            <ac:spMk id="28" creationId="{2E6028E3-4806-4E1D-A24F-F8166F67F411}"/>
          </ac:spMkLst>
        </pc:spChg>
        <pc:picChg chg="add del">
          <ac:chgData name="Tom Maurer" userId="63e8d4ad-d51a-484a-93f0-e9b7fcba0e4f" providerId="ADAL" clId="{36ECCD20-A8A9-4C55-AC19-48082CA8DF99}" dt="2024-08-30T17:18:48.943" v="1330" actId="22"/>
          <ac:picMkLst>
            <pc:docMk/>
            <pc:sldMk cId="1217833227" sldId="263"/>
            <ac:picMk id="5" creationId="{712D322B-D132-1863-A9F3-49B44F59B457}"/>
          </ac:picMkLst>
        </pc:picChg>
        <pc:picChg chg="add mod">
          <ac:chgData name="Tom Maurer" userId="63e8d4ad-d51a-484a-93f0-e9b7fcba0e4f" providerId="ADAL" clId="{36ECCD20-A8A9-4C55-AC19-48082CA8DF99}" dt="2024-08-30T17:19:53.134" v="1337" actId="1076"/>
          <ac:picMkLst>
            <pc:docMk/>
            <pc:sldMk cId="1217833227" sldId="263"/>
            <ac:picMk id="7" creationId="{4EC23501-945A-1ACB-1C0D-DDC01D02FC3B}"/>
          </ac:picMkLst>
        </pc:picChg>
        <pc:picChg chg="add">
          <ac:chgData name="Tom Maurer" userId="63e8d4ad-d51a-484a-93f0-e9b7fcba0e4f" providerId="ADAL" clId="{36ECCD20-A8A9-4C55-AC19-48082CA8DF99}" dt="2024-08-30T17:19:45.720" v="1334" actId="26606"/>
          <ac:picMkLst>
            <pc:docMk/>
            <pc:sldMk cId="1217833227" sldId="263"/>
            <ac:picMk id="12" creationId="{7594FC8B-8CD2-407F-94F1-9C71F5AEC2B6}"/>
          </ac:picMkLst>
        </pc:picChg>
        <pc:picChg chg="add">
          <ac:chgData name="Tom Maurer" userId="63e8d4ad-d51a-484a-93f0-e9b7fcba0e4f" providerId="ADAL" clId="{36ECCD20-A8A9-4C55-AC19-48082CA8DF99}" dt="2024-08-30T17:19:45.720" v="1334" actId="26606"/>
          <ac:picMkLst>
            <pc:docMk/>
            <pc:sldMk cId="1217833227" sldId="263"/>
            <ac:picMk id="14" creationId="{DBABC971-8D40-4A4F-AC60-28B9172789B9}"/>
          </ac:picMkLst>
        </pc:picChg>
        <pc:picChg chg="add">
          <ac:chgData name="Tom Maurer" userId="63e8d4ad-d51a-484a-93f0-e9b7fcba0e4f" providerId="ADAL" clId="{36ECCD20-A8A9-4C55-AC19-48082CA8DF99}" dt="2024-08-30T17:19:45.720" v="1334" actId="26606"/>
          <ac:picMkLst>
            <pc:docMk/>
            <pc:sldMk cId="1217833227" sldId="263"/>
            <ac:picMk id="18" creationId="{791AE23E-90C9-4963-96E2-8DADBFC3BC09}"/>
          </ac:picMkLst>
        </pc:picChg>
        <pc:picChg chg="add">
          <ac:chgData name="Tom Maurer" userId="63e8d4ad-d51a-484a-93f0-e9b7fcba0e4f" providerId="ADAL" clId="{36ECCD20-A8A9-4C55-AC19-48082CA8DF99}" dt="2024-08-30T17:19:45.720" v="1334" actId="26606"/>
          <ac:picMkLst>
            <pc:docMk/>
            <pc:sldMk cId="1217833227" sldId="263"/>
            <ac:picMk id="20" creationId="{C5F93E90-4379-4AAC-B021-E5FA6D974AED}"/>
          </ac:picMkLst>
        </pc:picChg>
      </pc:sldChg>
      <pc:sldChg chg="addSp delSp modSp new mod setBg">
        <pc:chgData name="Tom Maurer" userId="63e8d4ad-d51a-484a-93f0-e9b7fcba0e4f" providerId="ADAL" clId="{36ECCD20-A8A9-4C55-AC19-48082CA8DF99}" dt="2024-08-30T17:36:28.188" v="1485" actId="1038"/>
        <pc:sldMkLst>
          <pc:docMk/>
          <pc:sldMk cId="1884381967" sldId="264"/>
        </pc:sldMkLst>
        <pc:spChg chg="mod">
          <ac:chgData name="Tom Maurer" userId="63e8d4ad-d51a-484a-93f0-e9b7fcba0e4f" providerId="ADAL" clId="{36ECCD20-A8A9-4C55-AC19-48082CA8DF99}" dt="2024-08-30T17:33:47.646" v="1413" actId="26606"/>
          <ac:spMkLst>
            <pc:docMk/>
            <pc:sldMk cId="1884381967" sldId="264"/>
            <ac:spMk id="2" creationId="{392E134B-6B7E-3E4B-3140-718080413242}"/>
          </ac:spMkLst>
        </pc:spChg>
        <pc:spChg chg="del">
          <ac:chgData name="Tom Maurer" userId="63e8d4ad-d51a-484a-93f0-e9b7fcba0e4f" providerId="ADAL" clId="{36ECCD20-A8A9-4C55-AC19-48082CA8DF99}" dt="2024-08-30T17:28:45.418" v="1376" actId="478"/>
          <ac:spMkLst>
            <pc:docMk/>
            <pc:sldMk cId="1884381967" sldId="264"/>
            <ac:spMk id="3" creationId="{CEBA431E-B3F9-32EC-78FB-785BC275B357}"/>
          </ac:spMkLst>
        </pc:spChg>
        <pc:spChg chg="add mod">
          <ac:chgData name="Tom Maurer" userId="63e8d4ad-d51a-484a-93f0-e9b7fcba0e4f" providerId="ADAL" clId="{36ECCD20-A8A9-4C55-AC19-48082CA8DF99}" dt="2024-08-30T17:35:24.880" v="1461" actId="1076"/>
          <ac:spMkLst>
            <pc:docMk/>
            <pc:sldMk cId="1884381967" sldId="264"/>
            <ac:spMk id="6" creationId="{EAE77A6A-13A5-ED27-0546-7BDD0360B1DA}"/>
          </ac:spMkLst>
        </pc:spChg>
        <pc:spChg chg="add del">
          <ac:chgData name="Tom Maurer" userId="63e8d4ad-d51a-484a-93f0-e9b7fcba0e4f" providerId="ADAL" clId="{36ECCD20-A8A9-4C55-AC19-48082CA8DF99}" dt="2024-08-30T17:34:54.535" v="1445" actId="11529"/>
          <ac:spMkLst>
            <pc:docMk/>
            <pc:sldMk cId="1884381967" sldId="264"/>
            <ac:spMk id="11" creationId="{67BDF0CB-F166-9E2D-6AB1-8D618361C3F2}"/>
          </ac:spMkLst>
        </pc:spChg>
        <pc:spChg chg="add mod">
          <ac:chgData name="Tom Maurer" userId="63e8d4ad-d51a-484a-93f0-e9b7fcba0e4f" providerId="ADAL" clId="{36ECCD20-A8A9-4C55-AC19-48082CA8DF99}" dt="2024-08-30T17:35:05.753" v="1448" actId="1076"/>
          <ac:spMkLst>
            <pc:docMk/>
            <pc:sldMk cId="1884381967" sldId="264"/>
            <ac:spMk id="13" creationId="{6A85909A-1094-D734-8BCC-08405E118F9A}"/>
          </ac:spMkLst>
        </pc:spChg>
        <pc:spChg chg="add del">
          <ac:chgData name="Tom Maurer" userId="63e8d4ad-d51a-484a-93f0-e9b7fcba0e4f" providerId="ADAL" clId="{36ECCD20-A8A9-4C55-AC19-48082CA8DF99}" dt="2024-08-30T17:33:39.108" v="1409" actId="26606"/>
          <ac:spMkLst>
            <pc:docMk/>
            <pc:sldMk cId="1884381967" sldId="264"/>
            <ac:spMk id="14" creationId="{B9C04DC5-313B-4FE4-B868-5672A376419F}"/>
          </ac:spMkLst>
        </pc:spChg>
        <pc:spChg chg="add mod">
          <ac:chgData name="Tom Maurer" userId="63e8d4ad-d51a-484a-93f0-e9b7fcba0e4f" providerId="ADAL" clId="{36ECCD20-A8A9-4C55-AC19-48082CA8DF99}" dt="2024-08-30T17:35:19.270" v="1458" actId="1037"/>
          <ac:spMkLst>
            <pc:docMk/>
            <pc:sldMk cId="1884381967" sldId="264"/>
            <ac:spMk id="15" creationId="{00893ADF-11EE-5FD1-3790-76054505D0A5}"/>
          </ac:spMkLst>
        </pc:spChg>
        <pc:spChg chg="add mod">
          <ac:chgData name="Tom Maurer" userId="63e8d4ad-d51a-484a-93f0-e9b7fcba0e4f" providerId="ADAL" clId="{36ECCD20-A8A9-4C55-AC19-48082CA8DF99}" dt="2024-08-30T17:35:34.547" v="1473" actId="1037"/>
          <ac:spMkLst>
            <pc:docMk/>
            <pc:sldMk cId="1884381967" sldId="264"/>
            <ac:spMk id="17" creationId="{0E703B38-65A8-8FEC-0CA8-FF2E9FC9F11D}"/>
          </ac:spMkLst>
        </pc:spChg>
        <pc:spChg chg="add mod">
          <ac:chgData name="Tom Maurer" userId="63e8d4ad-d51a-484a-93f0-e9b7fcba0e4f" providerId="ADAL" clId="{36ECCD20-A8A9-4C55-AC19-48082CA8DF99}" dt="2024-08-30T17:36:01.013" v="1476" actId="14100"/>
          <ac:spMkLst>
            <pc:docMk/>
            <pc:sldMk cId="1884381967" sldId="264"/>
            <ac:spMk id="19" creationId="{D348ED7D-2C31-575E-7F33-1045EDA6F6DA}"/>
          </ac:spMkLst>
        </pc:spChg>
        <pc:spChg chg="add del">
          <ac:chgData name="Tom Maurer" userId="63e8d4ad-d51a-484a-93f0-e9b7fcba0e4f" providerId="ADAL" clId="{36ECCD20-A8A9-4C55-AC19-48082CA8DF99}" dt="2024-08-30T17:33:39.108" v="1409" actId="26606"/>
          <ac:spMkLst>
            <pc:docMk/>
            <pc:sldMk cId="1884381967" sldId="264"/>
            <ac:spMk id="20" creationId="{329FDD08-42D8-4AFF-90E5-5DAA5BC4CBD8}"/>
          </ac:spMkLst>
        </pc:spChg>
        <pc:spChg chg="add mod">
          <ac:chgData name="Tom Maurer" userId="63e8d4ad-d51a-484a-93f0-e9b7fcba0e4f" providerId="ADAL" clId="{36ECCD20-A8A9-4C55-AC19-48082CA8DF99}" dt="2024-08-30T17:36:28.188" v="1485" actId="1038"/>
          <ac:spMkLst>
            <pc:docMk/>
            <pc:sldMk cId="1884381967" sldId="264"/>
            <ac:spMk id="21" creationId="{AF42AE40-7AEB-A2A9-8272-F690CF9BF1D6}"/>
          </ac:spMkLst>
        </pc:spChg>
        <pc:spChg chg="add del">
          <ac:chgData name="Tom Maurer" userId="63e8d4ad-d51a-484a-93f0-e9b7fcba0e4f" providerId="ADAL" clId="{36ECCD20-A8A9-4C55-AC19-48082CA8DF99}" dt="2024-08-30T17:33:39.108" v="1409" actId="26606"/>
          <ac:spMkLst>
            <pc:docMk/>
            <pc:sldMk cId="1884381967" sldId="264"/>
            <ac:spMk id="22" creationId="{C9583823-2AA3-46EB-A803-287EC900BC41}"/>
          </ac:spMkLst>
        </pc:spChg>
        <pc:spChg chg="add del">
          <ac:chgData name="Tom Maurer" userId="63e8d4ad-d51a-484a-93f0-e9b7fcba0e4f" providerId="ADAL" clId="{36ECCD20-A8A9-4C55-AC19-48082CA8DF99}" dt="2024-08-30T17:33:39.108" v="1409" actId="26606"/>
          <ac:spMkLst>
            <pc:docMk/>
            <pc:sldMk cId="1884381967" sldId="264"/>
            <ac:spMk id="24" creationId="{CA87D9D8-42FB-4157-A365-AD97CC6BAFEC}"/>
          </ac:spMkLst>
        </pc:spChg>
        <pc:spChg chg="add del">
          <ac:chgData name="Tom Maurer" userId="63e8d4ad-d51a-484a-93f0-e9b7fcba0e4f" providerId="ADAL" clId="{36ECCD20-A8A9-4C55-AC19-48082CA8DF99}" dt="2024-08-30T17:33:39.108" v="1409" actId="26606"/>
          <ac:spMkLst>
            <pc:docMk/>
            <pc:sldMk cId="1884381967" sldId="264"/>
            <ac:spMk id="26" creationId="{2E6028E3-4806-4E1D-A24F-F8166F67F411}"/>
          </ac:spMkLst>
        </pc:spChg>
        <pc:spChg chg="add del">
          <ac:chgData name="Tom Maurer" userId="63e8d4ad-d51a-484a-93f0-e9b7fcba0e4f" providerId="ADAL" clId="{36ECCD20-A8A9-4C55-AC19-48082CA8DF99}" dt="2024-08-30T17:33:47.646" v="1413" actId="26606"/>
          <ac:spMkLst>
            <pc:docMk/>
            <pc:sldMk cId="1884381967" sldId="264"/>
            <ac:spMk id="30" creationId="{B9C04DC5-313B-4FE4-B868-5672A376419F}"/>
          </ac:spMkLst>
        </pc:spChg>
        <pc:spChg chg="add del">
          <ac:chgData name="Tom Maurer" userId="63e8d4ad-d51a-484a-93f0-e9b7fcba0e4f" providerId="ADAL" clId="{36ECCD20-A8A9-4C55-AC19-48082CA8DF99}" dt="2024-08-30T17:33:47.646" v="1413" actId="26606"/>
          <ac:spMkLst>
            <pc:docMk/>
            <pc:sldMk cId="1884381967" sldId="264"/>
            <ac:spMk id="33" creationId="{329FDD08-42D8-4AFF-90E5-5DAA5BC4CBD8}"/>
          </ac:spMkLst>
        </pc:spChg>
        <pc:spChg chg="add del">
          <ac:chgData name="Tom Maurer" userId="63e8d4ad-d51a-484a-93f0-e9b7fcba0e4f" providerId="ADAL" clId="{36ECCD20-A8A9-4C55-AC19-48082CA8DF99}" dt="2024-08-30T17:33:47.646" v="1413" actId="26606"/>
          <ac:spMkLst>
            <pc:docMk/>
            <pc:sldMk cId="1884381967" sldId="264"/>
            <ac:spMk id="34" creationId="{4C1E981B-F06E-48B4-9275-F4B261AFCAC0}"/>
          </ac:spMkLst>
        </pc:spChg>
        <pc:spChg chg="add del">
          <ac:chgData name="Tom Maurer" userId="63e8d4ad-d51a-484a-93f0-e9b7fcba0e4f" providerId="ADAL" clId="{36ECCD20-A8A9-4C55-AC19-48082CA8DF99}" dt="2024-08-30T17:33:47.646" v="1413" actId="26606"/>
          <ac:spMkLst>
            <pc:docMk/>
            <pc:sldMk cId="1884381967" sldId="264"/>
            <ac:spMk id="35" creationId="{312E2C24-0CD2-4071-8CE2-B059993A99EF}"/>
          </ac:spMkLst>
        </pc:spChg>
        <pc:spChg chg="add del">
          <ac:chgData name="Tom Maurer" userId="63e8d4ad-d51a-484a-93f0-e9b7fcba0e4f" providerId="ADAL" clId="{36ECCD20-A8A9-4C55-AC19-48082CA8DF99}" dt="2024-08-30T17:33:47.646" v="1413" actId="26606"/>
          <ac:spMkLst>
            <pc:docMk/>
            <pc:sldMk cId="1884381967" sldId="264"/>
            <ac:spMk id="36" creationId="{24F1DC13-C830-4B86-A9C6-927F5C55DBD7}"/>
          </ac:spMkLst>
        </pc:spChg>
        <pc:spChg chg="add del">
          <ac:chgData name="Tom Maurer" userId="63e8d4ad-d51a-484a-93f0-e9b7fcba0e4f" providerId="ADAL" clId="{36ECCD20-A8A9-4C55-AC19-48082CA8DF99}" dt="2024-08-30T17:33:47.624" v="1412" actId="26606"/>
          <ac:spMkLst>
            <pc:docMk/>
            <pc:sldMk cId="1884381967" sldId="264"/>
            <ac:spMk id="45" creationId="{B9C04DC5-313B-4FE4-B868-5672A376419F}"/>
          </ac:spMkLst>
        </pc:spChg>
        <pc:spChg chg="add del">
          <ac:chgData name="Tom Maurer" userId="63e8d4ad-d51a-484a-93f0-e9b7fcba0e4f" providerId="ADAL" clId="{36ECCD20-A8A9-4C55-AC19-48082CA8DF99}" dt="2024-08-30T17:33:47.624" v="1412" actId="26606"/>
          <ac:spMkLst>
            <pc:docMk/>
            <pc:sldMk cId="1884381967" sldId="264"/>
            <ac:spMk id="51" creationId="{329FDD08-42D8-4AFF-90E5-5DAA5BC4CBD8}"/>
          </ac:spMkLst>
        </pc:spChg>
        <pc:spChg chg="add del">
          <ac:chgData name="Tom Maurer" userId="63e8d4ad-d51a-484a-93f0-e9b7fcba0e4f" providerId="ADAL" clId="{36ECCD20-A8A9-4C55-AC19-48082CA8DF99}" dt="2024-08-30T17:33:47.624" v="1412" actId="26606"/>
          <ac:spMkLst>
            <pc:docMk/>
            <pc:sldMk cId="1884381967" sldId="264"/>
            <ac:spMk id="53" creationId="{4C1E981B-F06E-48B4-9275-F4B261AFCAC0}"/>
          </ac:spMkLst>
        </pc:spChg>
        <pc:spChg chg="add del">
          <ac:chgData name="Tom Maurer" userId="63e8d4ad-d51a-484a-93f0-e9b7fcba0e4f" providerId="ADAL" clId="{36ECCD20-A8A9-4C55-AC19-48082CA8DF99}" dt="2024-08-30T17:33:47.624" v="1412" actId="26606"/>
          <ac:spMkLst>
            <pc:docMk/>
            <pc:sldMk cId="1884381967" sldId="264"/>
            <ac:spMk id="55" creationId="{312E2C24-0CD2-4071-8CE2-B059993A99EF}"/>
          </ac:spMkLst>
        </pc:spChg>
        <pc:spChg chg="add del">
          <ac:chgData name="Tom Maurer" userId="63e8d4ad-d51a-484a-93f0-e9b7fcba0e4f" providerId="ADAL" clId="{36ECCD20-A8A9-4C55-AC19-48082CA8DF99}" dt="2024-08-30T17:33:47.624" v="1412" actId="26606"/>
          <ac:spMkLst>
            <pc:docMk/>
            <pc:sldMk cId="1884381967" sldId="264"/>
            <ac:spMk id="57" creationId="{24F1DC13-C830-4B86-A9C6-927F5C55DBD7}"/>
          </ac:spMkLst>
        </pc:spChg>
        <pc:spChg chg="add">
          <ac:chgData name="Tom Maurer" userId="63e8d4ad-d51a-484a-93f0-e9b7fcba0e4f" providerId="ADAL" clId="{36ECCD20-A8A9-4C55-AC19-48082CA8DF99}" dt="2024-08-30T17:33:47.646" v="1413" actId="26606"/>
          <ac:spMkLst>
            <pc:docMk/>
            <pc:sldMk cId="1884381967" sldId="264"/>
            <ac:spMk id="61" creationId="{B9C04DC5-313B-4FE4-B868-5672A376419F}"/>
          </ac:spMkLst>
        </pc:spChg>
        <pc:spChg chg="add">
          <ac:chgData name="Tom Maurer" userId="63e8d4ad-d51a-484a-93f0-e9b7fcba0e4f" providerId="ADAL" clId="{36ECCD20-A8A9-4C55-AC19-48082CA8DF99}" dt="2024-08-30T17:33:47.646" v="1413" actId="26606"/>
          <ac:spMkLst>
            <pc:docMk/>
            <pc:sldMk cId="1884381967" sldId="264"/>
            <ac:spMk id="64" creationId="{329FDD08-42D8-4AFF-90E5-5DAA5BC4CBD8}"/>
          </ac:spMkLst>
        </pc:spChg>
        <pc:spChg chg="add">
          <ac:chgData name="Tom Maurer" userId="63e8d4ad-d51a-484a-93f0-e9b7fcba0e4f" providerId="ADAL" clId="{36ECCD20-A8A9-4C55-AC19-48082CA8DF99}" dt="2024-08-30T17:33:47.646" v="1413" actId="26606"/>
          <ac:spMkLst>
            <pc:docMk/>
            <pc:sldMk cId="1884381967" sldId="264"/>
            <ac:spMk id="65" creationId="{C9583823-2AA3-46EB-A803-287EC900BC41}"/>
          </ac:spMkLst>
        </pc:spChg>
        <pc:spChg chg="add">
          <ac:chgData name="Tom Maurer" userId="63e8d4ad-d51a-484a-93f0-e9b7fcba0e4f" providerId="ADAL" clId="{36ECCD20-A8A9-4C55-AC19-48082CA8DF99}" dt="2024-08-30T17:33:47.646" v="1413" actId="26606"/>
          <ac:spMkLst>
            <pc:docMk/>
            <pc:sldMk cId="1884381967" sldId="264"/>
            <ac:spMk id="66" creationId="{CA87D9D8-42FB-4157-A365-AD97CC6BAFEC}"/>
          </ac:spMkLst>
        </pc:spChg>
        <pc:spChg chg="add">
          <ac:chgData name="Tom Maurer" userId="63e8d4ad-d51a-484a-93f0-e9b7fcba0e4f" providerId="ADAL" clId="{36ECCD20-A8A9-4C55-AC19-48082CA8DF99}" dt="2024-08-30T17:33:47.646" v="1413" actId="26606"/>
          <ac:spMkLst>
            <pc:docMk/>
            <pc:sldMk cId="1884381967" sldId="264"/>
            <ac:spMk id="67" creationId="{2E6028E3-4806-4E1D-A24F-F8166F67F411}"/>
          </ac:spMkLst>
        </pc:spChg>
        <pc:picChg chg="add mod">
          <ac:chgData name="Tom Maurer" userId="63e8d4ad-d51a-484a-93f0-e9b7fcba0e4f" providerId="ADAL" clId="{36ECCD20-A8A9-4C55-AC19-48082CA8DF99}" dt="2024-08-30T17:35:26.441" v="1463" actId="1076"/>
          <ac:picMkLst>
            <pc:docMk/>
            <pc:sldMk cId="1884381967" sldId="264"/>
            <ac:picMk id="5" creationId="{CC238A25-C829-1C2F-2BD2-7F99E331D858}"/>
          </ac:picMkLst>
        </pc:picChg>
        <pc:picChg chg="add del">
          <ac:chgData name="Tom Maurer" userId="63e8d4ad-d51a-484a-93f0-e9b7fcba0e4f" providerId="ADAL" clId="{36ECCD20-A8A9-4C55-AC19-48082CA8DF99}" dt="2024-08-30T17:33:39.108" v="1409" actId="26606"/>
          <ac:picMkLst>
            <pc:docMk/>
            <pc:sldMk cId="1884381967" sldId="264"/>
            <ac:picMk id="10" creationId="{7594FC8B-8CD2-407F-94F1-9C71F5AEC2B6}"/>
          </ac:picMkLst>
        </pc:picChg>
        <pc:picChg chg="add del">
          <ac:chgData name="Tom Maurer" userId="63e8d4ad-d51a-484a-93f0-e9b7fcba0e4f" providerId="ADAL" clId="{36ECCD20-A8A9-4C55-AC19-48082CA8DF99}" dt="2024-08-30T17:33:39.108" v="1409" actId="26606"/>
          <ac:picMkLst>
            <pc:docMk/>
            <pc:sldMk cId="1884381967" sldId="264"/>
            <ac:picMk id="12" creationId="{DBABC971-8D40-4A4F-AC60-28B9172789B9}"/>
          </ac:picMkLst>
        </pc:picChg>
        <pc:picChg chg="add del">
          <ac:chgData name="Tom Maurer" userId="63e8d4ad-d51a-484a-93f0-e9b7fcba0e4f" providerId="ADAL" clId="{36ECCD20-A8A9-4C55-AC19-48082CA8DF99}" dt="2024-08-30T17:33:39.108" v="1409" actId="26606"/>
          <ac:picMkLst>
            <pc:docMk/>
            <pc:sldMk cId="1884381967" sldId="264"/>
            <ac:picMk id="16" creationId="{791AE23E-90C9-4963-96E2-8DADBFC3BC09}"/>
          </ac:picMkLst>
        </pc:picChg>
        <pc:picChg chg="add del">
          <ac:chgData name="Tom Maurer" userId="63e8d4ad-d51a-484a-93f0-e9b7fcba0e4f" providerId="ADAL" clId="{36ECCD20-A8A9-4C55-AC19-48082CA8DF99}" dt="2024-08-30T17:33:39.108" v="1409" actId="26606"/>
          <ac:picMkLst>
            <pc:docMk/>
            <pc:sldMk cId="1884381967" sldId="264"/>
            <ac:picMk id="18" creationId="{C5F93E90-4379-4AAC-B021-E5FA6D974AED}"/>
          </ac:picMkLst>
        </pc:picChg>
        <pc:picChg chg="add del">
          <ac:chgData name="Tom Maurer" userId="63e8d4ad-d51a-484a-93f0-e9b7fcba0e4f" providerId="ADAL" clId="{36ECCD20-A8A9-4C55-AC19-48082CA8DF99}" dt="2024-08-30T17:33:47.646" v="1413" actId="26606"/>
          <ac:picMkLst>
            <pc:docMk/>
            <pc:sldMk cId="1884381967" sldId="264"/>
            <ac:picMk id="28" creationId="{7594FC8B-8CD2-407F-94F1-9C71F5AEC2B6}"/>
          </ac:picMkLst>
        </pc:picChg>
        <pc:picChg chg="add del">
          <ac:chgData name="Tom Maurer" userId="63e8d4ad-d51a-484a-93f0-e9b7fcba0e4f" providerId="ADAL" clId="{36ECCD20-A8A9-4C55-AC19-48082CA8DF99}" dt="2024-08-30T17:33:47.646" v="1413" actId="26606"/>
          <ac:picMkLst>
            <pc:docMk/>
            <pc:sldMk cId="1884381967" sldId="264"/>
            <ac:picMk id="29" creationId="{DBABC971-8D40-4A4F-AC60-28B9172789B9}"/>
          </ac:picMkLst>
        </pc:picChg>
        <pc:picChg chg="add del">
          <ac:chgData name="Tom Maurer" userId="63e8d4ad-d51a-484a-93f0-e9b7fcba0e4f" providerId="ADAL" clId="{36ECCD20-A8A9-4C55-AC19-48082CA8DF99}" dt="2024-08-30T17:33:47.646" v="1413" actId="26606"/>
          <ac:picMkLst>
            <pc:docMk/>
            <pc:sldMk cId="1884381967" sldId="264"/>
            <ac:picMk id="31" creationId="{791AE23E-90C9-4963-96E2-8DADBFC3BC09}"/>
          </ac:picMkLst>
        </pc:picChg>
        <pc:picChg chg="add del">
          <ac:chgData name="Tom Maurer" userId="63e8d4ad-d51a-484a-93f0-e9b7fcba0e4f" providerId="ADAL" clId="{36ECCD20-A8A9-4C55-AC19-48082CA8DF99}" dt="2024-08-30T17:33:47.646" v="1413" actId="26606"/>
          <ac:picMkLst>
            <pc:docMk/>
            <pc:sldMk cId="1884381967" sldId="264"/>
            <ac:picMk id="32" creationId="{C5F93E90-4379-4AAC-B021-E5FA6D974AED}"/>
          </ac:picMkLst>
        </pc:picChg>
        <pc:picChg chg="add del">
          <ac:chgData name="Tom Maurer" userId="63e8d4ad-d51a-484a-93f0-e9b7fcba0e4f" providerId="ADAL" clId="{36ECCD20-A8A9-4C55-AC19-48082CA8DF99}" dt="2024-08-30T17:33:47.624" v="1412" actId="26606"/>
          <ac:picMkLst>
            <pc:docMk/>
            <pc:sldMk cId="1884381967" sldId="264"/>
            <ac:picMk id="41" creationId="{7594FC8B-8CD2-407F-94F1-9C71F5AEC2B6}"/>
          </ac:picMkLst>
        </pc:picChg>
        <pc:picChg chg="add del">
          <ac:chgData name="Tom Maurer" userId="63e8d4ad-d51a-484a-93f0-e9b7fcba0e4f" providerId="ADAL" clId="{36ECCD20-A8A9-4C55-AC19-48082CA8DF99}" dt="2024-08-30T17:33:47.624" v="1412" actId="26606"/>
          <ac:picMkLst>
            <pc:docMk/>
            <pc:sldMk cId="1884381967" sldId="264"/>
            <ac:picMk id="43" creationId="{DBABC971-8D40-4A4F-AC60-28B9172789B9}"/>
          </ac:picMkLst>
        </pc:picChg>
        <pc:picChg chg="add del">
          <ac:chgData name="Tom Maurer" userId="63e8d4ad-d51a-484a-93f0-e9b7fcba0e4f" providerId="ADAL" clId="{36ECCD20-A8A9-4C55-AC19-48082CA8DF99}" dt="2024-08-30T17:33:47.624" v="1412" actId="26606"/>
          <ac:picMkLst>
            <pc:docMk/>
            <pc:sldMk cId="1884381967" sldId="264"/>
            <ac:picMk id="47" creationId="{791AE23E-90C9-4963-96E2-8DADBFC3BC09}"/>
          </ac:picMkLst>
        </pc:picChg>
        <pc:picChg chg="add del">
          <ac:chgData name="Tom Maurer" userId="63e8d4ad-d51a-484a-93f0-e9b7fcba0e4f" providerId="ADAL" clId="{36ECCD20-A8A9-4C55-AC19-48082CA8DF99}" dt="2024-08-30T17:33:47.624" v="1412" actId="26606"/>
          <ac:picMkLst>
            <pc:docMk/>
            <pc:sldMk cId="1884381967" sldId="264"/>
            <ac:picMk id="49" creationId="{C5F93E90-4379-4AAC-B021-E5FA6D974AED}"/>
          </ac:picMkLst>
        </pc:picChg>
        <pc:picChg chg="add">
          <ac:chgData name="Tom Maurer" userId="63e8d4ad-d51a-484a-93f0-e9b7fcba0e4f" providerId="ADAL" clId="{36ECCD20-A8A9-4C55-AC19-48082CA8DF99}" dt="2024-08-30T17:33:47.646" v="1413" actId="26606"/>
          <ac:picMkLst>
            <pc:docMk/>
            <pc:sldMk cId="1884381967" sldId="264"/>
            <ac:picMk id="59" creationId="{7594FC8B-8CD2-407F-94F1-9C71F5AEC2B6}"/>
          </ac:picMkLst>
        </pc:picChg>
        <pc:picChg chg="add">
          <ac:chgData name="Tom Maurer" userId="63e8d4ad-d51a-484a-93f0-e9b7fcba0e4f" providerId="ADAL" clId="{36ECCD20-A8A9-4C55-AC19-48082CA8DF99}" dt="2024-08-30T17:33:47.646" v="1413" actId="26606"/>
          <ac:picMkLst>
            <pc:docMk/>
            <pc:sldMk cId="1884381967" sldId="264"/>
            <ac:picMk id="60" creationId="{DBABC971-8D40-4A4F-AC60-28B9172789B9}"/>
          </ac:picMkLst>
        </pc:picChg>
        <pc:picChg chg="add">
          <ac:chgData name="Tom Maurer" userId="63e8d4ad-d51a-484a-93f0-e9b7fcba0e4f" providerId="ADAL" clId="{36ECCD20-A8A9-4C55-AC19-48082CA8DF99}" dt="2024-08-30T17:33:47.646" v="1413" actId="26606"/>
          <ac:picMkLst>
            <pc:docMk/>
            <pc:sldMk cId="1884381967" sldId="264"/>
            <ac:picMk id="62" creationId="{791AE23E-90C9-4963-96E2-8DADBFC3BC09}"/>
          </ac:picMkLst>
        </pc:picChg>
        <pc:picChg chg="add">
          <ac:chgData name="Tom Maurer" userId="63e8d4ad-d51a-484a-93f0-e9b7fcba0e4f" providerId="ADAL" clId="{36ECCD20-A8A9-4C55-AC19-48082CA8DF99}" dt="2024-08-30T17:33:47.646" v="1413" actId="26606"/>
          <ac:picMkLst>
            <pc:docMk/>
            <pc:sldMk cId="1884381967" sldId="264"/>
            <ac:picMk id="63" creationId="{C5F93E90-4379-4AAC-B021-E5FA6D974AED}"/>
          </ac:picMkLst>
        </pc:picChg>
        <pc:cxnChg chg="add del mod">
          <ac:chgData name="Tom Maurer" userId="63e8d4ad-d51a-484a-93f0-e9b7fcba0e4f" providerId="ADAL" clId="{36ECCD20-A8A9-4C55-AC19-48082CA8DF99}" dt="2024-08-30T17:34:49.871" v="1443" actId="478"/>
          <ac:cxnSpMkLst>
            <pc:docMk/>
            <pc:sldMk cId="1884381967" sldId="264"/>
            <ac:cxnSpMk id="8" creationId="{13DE8CF0-8847-5D52-64E0-43499DA5303B}"/>
          </ac:cxnSpMkLst>
        </pc:cxnChg>
      </pc:sldChg>
      <pc:sldChg chg="addSp modSp new mod ord">
        <pc:chgData name="Tom Maurer" userId="63e8d4ad-d51a-484a-93f0-e9b7fcba0e4f" providerId="ADAL" clId="{36ECCD20-A8A9-4C55-AC19-48082CA8DF99}" dt="2024-08-30T17:47:44.101" v="2107" actId="14100"/>
        <pc:sldMkLst>
          <pc:docMk/>
          <pc:sldMk cId="3663277866" sldId="265"/>
        </pc:sldMkLst>
        <pc:spChg chg="mod">
          <ac:chgData name="Tom Maurer" userId="63e8d4ad-d51a-484a-93f0-e9b7fcba0e4f" providerId="ADAL" clId="{36ECCD20-A8A9-4C55-AC19-48082CA8DF99}" dt="2024-08-30T17:37:06.523" v="1497" actId="20577"/>
          <ac:spMkLst>
            <pc:docMk/>
            <pc:sldMk cId="3663277866" sldId="265"/>
            <ac:spMk id="2" creationId="{E65AFB3D-8688-FACA-447D-DB8190346094}"/>
          </ac:spMkLst>
        </pc:spChg>
        <pc:spChg chg="mod">
          <ac:chgData name="Tom Maurer" userId="63e8d4ad-d51a-484a-93f0-e9b7fcba0e4f" providerId="ADAL" clId="{36ECCD20-A8A9-4C55-AC19-48082CA8DF99}" dt="2024-08-30T17:47:23.937" v="2104" actId="20577"/>
          <ac:spMkLst>
            <pc:docMk/>
            <pc:sldMk cId="3663277866" sldId="265"/>
            <ac:spMk id="3" creationId="{24C1DB8E-1371-CBA0-5121-F7D0DAEC90E0}"/>
          </ac:spMkLst>
        </pc:spChg>
        <pc:picChg chg="add mod">
          <ac:chgData name="Tom Maurer" userId="63e8d4ad-d51a-484a-93f0-e9b7fcba0e4f" providerId="ADAL" clId="{36ECCD20-A8A9-4C55-AC19-48082CA8DF99}" dt="2024-08-30T17:46:55.072" v="1952" actId="1076"/>
          <ac:picMkLst>
            <pc:docMk/>
            <pc:sldMk cId="3663277866" sldId="265"/>
            <ac:picMk id="5" creationId="{37A066C4-27BA-5FE7-167D-68AD188936D2}"/>
          </ac:picMkLst>
        </pc:picChg>
        <pc:picChg chg="add mod">
          <ac:chgData name="Tom Maurer" userId="63e8d4ad-d51a-484a-93f0-e9b7fcba0e4f" providerId="ADAL" clId="{36ECCD20-A8A9-4C55-AC19-48082CA8DF99}" dt="2024-08-30T17:46:57.675" v="1953" actId="1076"/>
          <ac:picMkLst>
            <pc:docMk/>
            <pc:sldMk cId="3663277866" sldId="265"/>
            <ac:picMk id="7" creationId="{340517D1-1F56-05D0-365E-9CA823829B39}"/>
          </ac:picMkLst>
        </pc:picChg>
        <pc:picChg chg="add mod">
          <ac:chgData name="Tom Maurer" userId="63e8d4ad-d51a-484a-93f0-e9b7fcba0e4f" providerId="ADAL" clId="{36ECCD20-A8A9-4C55-AC19-48082CA8DF99}" dt="2024-08-30T17:47:44.101" v="2107" actId="14100"/>
          <ac:picMkLst>
            <pc:docMk/>
            <pc:sldMk cId="3663277866" sldId="265"/>
            <ac:picMk id="9" creationId="{89041DF9-7DB1-931D-9BF6-AD55D578BDB0}"/>
          </ac:picMkLst>
        </pc:picChg>
      </pc:sldChg>
    </pc:docChg>
  </pc:docChgLst>
  <pc:docChgLst>
    <pc:chgData name="Tom Maurer" userId="63e8d4ad-d51a-484a-93f0-e9b7fcba0e4f" providerId="ADAL" clId="{028F2F38-132A-4975-8697-C24D68858CB3}"/>
    <pc:docChg chg="undo custSel addSld delSld modSld">
      <pc:chgData name="Tom Maurer" userId="63e8d4ad-d51a-484a-93f0-e9b7fcba0e4f" providerId="ADAL" clId="{028F2F38-132A-4975-8697-C24D68858CB3}" dt="2024-09-05T15:39:59.257" v="1509" actId="20577"/>
      <pc:docMkLst>
        <pc:docMk/>
      </pc:docMkLst>
      <pc:sldChg chg="modSp mod">
        <pc:chgData name="Tom Maurer" userId="63e8d4ad-d51a-484a-93f0-e9b7fcba0e4f" providerId="ADAL" clId="{028F2F38-132A-4975-8697-C24D68858CB3}" dt="2024-09-05T14:50:20.192" v="1" actId="20577"/>
        <pc:sldMkLst>
          <pc:docMk/>
          <pc:sldMk cId="1330967993" sldId="256"/>
        </pc:sldMkLst>
        <pc:spChg chg="mod">
          <ac:chgData name="Tom Maurer" userId="63e8d4ad-d51a-484a-93f0-e9b7fcba0e4f" providerId="ADAL" clId="{028F2F38-132A-4975-8697-C24D68858CB3}" dt="2024-09-05T14:50:20.192" v="1" actId="20577"/>
          <ac:spMkLst>
            <pc:docMk/>
            <pc:sldMk cId="1330967993" sldId="256"/>
            <ac:spMk id="2" creationId="{31233B63-26CE-A171-AA3C-D22BCC026A82}"/>
          </ac:spMkLst>
        </pc:spChg>
      </pc:sldChg>
      <pc:sldChg chg="modSp del mod">
        <pc:chgData name="Tom Maurer" userId="63e8d4ad-d51a-484a-93f0-e9b7fcba0e4f" providerId="ADAL" clId="{028F2F38-132A-4975-8697-C24D68858CB3}" dt="2024-09-05T14:50:35.266" v="3" actId="47"/>
        <pc:sldMkLst>
          <pc:docMk/>
          <pc:sldMk cId="323330893" sldId="257"/>
        </pc:sldMkLst>
        <pc:spChg chg="mod">
          <ac:chgData name="Tom Maurer" userId="63e8d4ad-d51a-484a-93f0-e9b7fcba0e4f" providerId="ADAL" clId="{028F2F38-132A-4975-8697-C24D68858CB3}" dt="2024-09-05T14:50:33.331" v="2" actId="20577"/>
          <ac:spMkLst>
            <pc:docMk/>
            <pc:sldMk cId="323330893" sldId="257"/>
            <ac:spMk id="27" creationId="{DFB90E10-C5C0-3D61-7A10-BA87FE9A79A1}"/>
          </ac:spMkLst>
        </pc:spChg>
      </pc:sldChg>
      <pc:sldChg chg="addSp delSp modSp mod">
        <pc:chgData name="Tom Maurer" userId="63e8d4ad-d51a-484a-93f0-e9b7fcba0e4f" providerId="ADAL" clId="{028F2F38-132A-4975-8697-C24D68858CB3}" dt="2024-09-05T15:01:10.134" v="661" actId="122"/>
        <pc:sldMkLst>
          <pc:docMk/>
          <pc:sldMk cId="1679553109" sldId="261"/>
        </pc:sldMkLst>
        <pc:spChg chg="mod">
          <ac:chgData name="Tom Maurer" userId="63e8d4ad-d51a-484a-93f0-e9b7fcba0e4f" providerId="ADAL" clId="{028F2F38-132A-4975-8697-C24D68858CB3}" dt="2024-09-05T14:57:47.529" v="221" actId="20577"/>
          <ac:spMkLst>
            <pc:docMk/>
            <pc:sldMk cId="1679553109" sldId="261"/>
            <ac:spMk id="2" creationId="{6E0822F7-2E55-734C-F241-A924D662A3B6}"/>
          </ac:spMkLst>
        </pc:spChg>
        <pc:spChg chg="add mod">
          <ac:chgData name="Tom Maurer" userId="63e8d4ad-d51a-484a-93f0-e9b7fcba0e4f" providerId="ADAL" clId="{028F2F38-132A-4975-8697-C24D68858CB3}" dt="2024-09-05T15:00:19.313" v="641" actId="1076"/>
          <ac:spMkLst>
            <pc:docMk/>
            <pc:sldMk cId="1679553109" sldId="261"/>
            <ac:spMk id="3" creationId="{C5E72B8D-23D6-3FC4-8010-CD2BB7F00644}"/>
          </ac:spMkLst>
        </pc:spChg>
        <pc:spChg chg="add mod">
          <ac:chgData name="Tom Maurer" userId="63e8d4ad-d51a-484a-93f0-e9b7fcba0e4f" providerId="ADAL" clId="{028F2F38-132A-4975-8697-C24D68858CB3}" dt="2024-09-05T15:00:59.981" v="659" actId="122"/>
          <ac:spMkLst>
            <pc:docMk/>
            <pc:sldMk cId="1679553109" sldId="261"/>
            <ac:spMk id="4" creationId="{E13BF161-CC87-D20C-4565-990B8DBA56B5}"/>
          </ac:spMkLst>
        </pc:spChg>
        <pc:spChg chg="del">
          <ac:chgData name="Tom Maurer" userId="63e8d4ad-d51a-484a-93f0-e9b7fcba0e4f" providerId="ADAL" clId="{028F2F38-132A-4975-8697-C24D68858CB3}" dt="2024-09-05T14:53:14.326" v="13" actId="478"/>
          <ac:spMkLst>
            <pc:docMk/>
            <pc:sldMk cId="1679553109" sldId="261"/>
            <ac:spMk id="6" creationId="{52823A96-FBF4-4BE3-8C16-EBE2A5B4D1DB}"/>
          </ac:spMkLst>
        </pc:spChg>
        <pc:spChg chg="add mod">
          <ac:chgData name="Tom Maurer" userId="63e8d4ad-d51a-484a-93f0-e9b7fcba0e4f" providerId="ADAL" clId="{028F2F38-132A-4975-8697-C24D68858CB3}" dt="2024-09-05T15:01:10.134" v="661" actId="122"/>
          <ac:spMkLst>
            <pc:docMk/>
            <pc:sldMk cId="1679553109" sldId="261"/>
            <ac:spMk id="7" creationId="{49C0300A-EF67-82D8-67FC-B10FC0AC8BB2}"/>
          </ac:spMkLst>
        </pc:spChg>
        <pc:spChg chg="del mod">
          <ac:chgData name="Tom Maurer" userId="63e8d4ad-d51a-484a-93f0-e9b7fcba0e4f" providerId="ADAL" clId="{028F2F38-132A-4975-8697-C24D68858CB3}" dt="2024-09-05T14:53:17.931" v="15" actId="478"/>
          <ac:spMkLst>
            <pc:docMk/>
            <pc:sldMk cId="1679553109" sldId="261"/>
            <ac:spMk id="10" creationId="{BB4E29D2-C0C0-D60C-6457-DD3D433DE54A}"/>
          </ac:spMkLst>
        </pc:spChg>
        <pc:spChg chg="del">
          <ac:chgData name="Tom Maurer" userId="63e8d4ad-d51a-484a-93f0-e9b7fcba0e4f" providerId="ADAL" clId="{028F2F38-132A-4975-8697-C24D68858CB3}" dt="2024-09-05T14:53:14.326" v="13" actId="478"/>
          <ac:spMkLst>
            <pc:docMk/>
            <pc:sldMk cId="1679553109" sldId="261"/>
            <ac:spMk id="11" creationId="{2F363A43-113D-8CFC-A563-4EABCA048737}"/>
          </ac:spMkLst>
        </pc:spChg>
        <pc:spChg chg="del">
          <ac:chgData name="Tom Maurer" userId="63e8d4ad-d51a-484a-93f0-e9b7fcba0e4f" providerId="ADAL" clId="{028F2F38-132A-4975-8697-C24D68858CB3}" dt="2024-09-05T14:53:09.597" v="11" actId="478"/>
          <ac:spMkLst>
            <pc:docMk/>
            <pc:sldMk cId="1679553109" sldId="261"/>
            <ac:spMk id="16" creationId="{4AA578E5-5DE5-4E32-DDCA-C9E85C6C48DA}"/>
          </ac:spMkLst>
        </pc:spChg>
        <pc:spChg chg="del">
          <ac:chgData name="Tom Maurer" userId="63e8d4ad-d51a-484a-93f0-e9b7fcba0e4f" providerId="ADAL" clId="{028F2F38-132A-4975-8697-C24D68858CB3}" dt="2024-09-05T14:53:14.326" v="13" actId="478"/>
          <ac:spMkLst>
            <pc:docMk/>
            <pc:sldMk cId="1679553109" sldId="261"/>
            <ac:spMk id="18" creationId="{319D36AA-A3CF-B238-CF35-B13DDBB78A62}"/>
          </ac:spMkLst>
        </pc:spChg>
        <pc:spChg chg="del">
          <ac:chgData name="Tom Maurer" userId="63e8d4ad-d51a-484a-93f0-e9b7fcba0e4f" providerId="ADAL" clId="{028F2F38-132A-4975-8697-C24D68858CB3}" dt="2024-09-05T14:53:14.326" v="13" actId="478"/>
          <ac:spMkLst>
            <pc:docMk/>
            <pc:sldMk cId="1679553109" sldId="261"/>
            <ac:spMk id="24" creationId="{3ED0E233-9DF0-BB73-9C12-A8F6CC4BC768}"/>
          </ac:spMkLst>
        </pc:spChg>
        <pc:picChg chg="del">
          <ac:chgData name="Tom Maurer" userId="63e8d4ad-d51a-484a-93f0-e9b7fcba0e4f" providerId="ADAL" clId="{028F2F38-132A-4975-8697-C24D68858CB3}" dt="2024-09-05T14:53:14.326" v="13" actId="478"/>
          <ac:picMkLst>
            <pc:docMk/>
            <pc:sldMk cId="1679553109" sldId="261"/>
            <ac:picMk id="5" creationId="{A5F7F69C-A809-AE66-8336-5D66C6417C4B}"/>
          </ac:picMkLst>
        </pc:picChg>
        <pc:cxnChg chg="del mod">
          <ac:chgData name="Tom Maurer" userId="63e8d4ad-d51a-484a-93f0-e9b7fcba0e4f" providerId="ADAL" clId="{028F2F38-132A-4975-8697-C24D68858CB3}" dt="2024-09-05T14:53:14.326" v="13" actId="478"/>
          <ac:cxnSpMkLst>
            <pc:docMk/>
            <pc:sldMk cId="1679553109" sldId="261"/>
            <ac:cxnSpMk id="8" creationId="{11D6C71B-3F8D-78AD-542C-C420E73F835A}"/>
          </ac:cxnSpMkLst>
        </pc:cxnChg>
        <pc:cxnChg chg="del mod">
          <ac:chgData name="Tom Maurer" userId="63e8d4ad-d51a-484a-93f0-e9b7fcba0e4f" providerId="ADAL" clId="{028F2F38-132A-4975-8697-C24D68858CB3}" dt="2024-09-05T14:53:11.432" v="12" actId="478"/>
          <ac:cxnSpMkLst>
            <pc:docMk/>
            <pc:sldMk cId="1679553109" sldId="261"/>
            <ac:cxnSpMk id="12" creationId="{E36FF68C-8224-7205-986B-EA0FDFE14726}"/>
          </ac:cxnSpMkLst>
        </pc:cxnChg>
        <pc:cxnChg chg="del mod">
          <ac:chgData name="Tom Maurer" userId="63e8d4ad-d51a-484a-93f0-e9b7fcba0e4f" providerId="ADAL" clId="{028F2F38-132A-4975-8697-C24D68858CB3}" dt="2024-09-05T14:53:14.326" v="13" actId="478"/>
          <ac:cxnSpMkLst>
            <pc:docMk/>
            <pc:sldMk cId="1679553109" sldId="261"/>
            <ac:cxnSpMk id="19" creationId="{C32B9307-593F-3844-FA0B-DE7703860FF0}"/>
          </ac:cxnSpMkLst>
        </pc:cxnChg>
      </pc:sldChg>
      <pc:sldChg chg="addSp delSp modSp mod setBg setClrOvrMap">
        <pc:chgData name="Tom Maurer" userId="63e8d4ad-d51a-484a-93f0-e9b7fcba0e4f" providerId="ADAL" clId="{028F2F38-132A-4975-8697-C24D68858CB3}" dt="2024-09-05T15:10:48.927" v="876" actId="1036"/>
        <pc:sldMkLst>
          <pc:docMk/>
          <pc:sldMk cId="2194712446" sldId="262"/>
        </pc:sldMkLst>
        <pc:spChg chg="del">
          <ac:chgData name="Tom Maurer" userId="63e8d4ad-d51a-484a-93f0-e9b7fcba0e4f" providerId="ADAL" clId="{028F2F38-132A-4975-8697-C24D68858CB3}" dt="2024-09-05T14:53:24.244" v="16" actId="478"/>
          <ac:spMkLst>
            <pc:docMk/>
            <pc:sldMk cId="2194712446" sldId="262"/>
            <ac:spMk id="2" creationId="{6E0822F7-2E55-734C-F241-A924D662A3B6}"/>
          </ac:spMkLst>
        </pc:spChg>
        <pc:spChg chg="del">
          <ac:chgData name="Tom Maurer" userId="63e8d4ad-d51a-484a-93f0-e9b7fcba0e4f" providerId="ADAL" clId="{028F2F38-132A-4975-8697-C24D68858CB3}" dt="2024-09-05T14:53:28.676" v="17" actId="478"/>
          <ac:spMkLst>
            <pc:docMk/>
            <pc:sldMk cId="2194712446" sldId="262"/>
            <ac:spMk id="3" creationId="{61DAA013-88AE-1D83-B18E-68C101614659}"/>
          </ac:spMkLst>
        </pc:spChg>
        <pc:spChg chg="add mod">
          <ac:chgData name="Tom Maurer" userId="63e8d4ad-d51a-484a-93f0-e9b7fcba0e4f" providerId="ADAL" clId="{028F2F38-132A-4975-8697-C24D68858CB3}" dt="2024-09-05T15:10:30.251" v="869" actId="26606"/>
          <ac:spMkLst>
            <pc:docMk/>
            <pc:sldMk cId="2194712446" sldId="262"/>
            <ac:spMk id="5" creationId="{1F76494F-375A-E059-765F-5AAA24B4F9D6}"/>
          </ac:spMkLst>
        </pc:spChg>
        <pc:spChg chg="add mod">
          <ac:chgData name="Tom Maurer" userId="63e8d4ad-d51a-484a-93f0-e9b7fcba0e4f" providerId="ADAL" clId="{028F2F38-132A-4975-8697-C24D68858CB3}" dt="2024-09-05T15:10:30.251" v="869" actId="26606"/>
          <ac:spMkLst>
            <pc:docMk/>
            <pc:sldMk cId="2194712446" sldId="262"/>
            <ac:spMk id="6" creationId="{0361B96A-A385-66FB-0B9F-0FA2D5D21542}"/>
          </ac:spMkLst>
        </pc:spChg>
        <pc:spChg chg="add mod">
          <ac:chgData name="Tom Maurer" userId="63e8d4ad-d51a-484a-93f0-e9b7fcba0e4f" providerId="ADAL" clId="{028F2F38-132A-4975-8697-C24D68858CB3}" dt="2024-09-05T15:10:48.927" v="876" actId="1036"/>
          <ac:spMkLst>
            <pc:docMk/>
            <pc:sldMk cId="2194712446" sldId="262"/>
            <ac:spMk id="9" creationId="{4646B0F0-BAB7-E798-134A-4A6474014A73}"/>
          </ac:spMkLst>
        </pc:spChg>
        <pc:spChg chg="del">
          <ac:chgData name="Tom Maurer" userId="63e8d4ad-d51a-484a-93f0-e9b7fcba0e4f" providerId="ADAL" clId="{028F2F38-132A-4975-8697-C24D68858CB3}" dt="2024-09-05T15:10:30.251" v="869" actId="26606"/>
          <ac:spMkLst>
            <pc:docMk/>
            <pc:sldMk cId="2194712446" sldId="262"/>
            <ac:spMk id="17" creationId="{052BEFF1-896C-45B1-B02C-96A6A1BC389A}"/>
          </ac:spMkLst>
        </pc:spChg>
        <pc:spChg chg="del">
          <ac:chgData name="Tom Maurer" userId="63e8d4ad-d51a-484a-93f0-e9b7fcba0e4f" providerId="ADAL" clId="{028F2F38-132A-4975-8697-C24D68858CB3}" dt="2024-09-05T15:10:30.251" v="869" actId="26606"/>
          <ac:spMkLst>
            <pc:docMk/>
            <pc:sldMk cId="2194712446" sldId="262"/>
            <ac:spMk id="20" creationId="{BB237A14-61B1-4C00-A670-5D8D68A8668E}"/>
          </ac:spMkLst>
        </pc:spChg>
        <pc:spChg chg="del">
          <ac:chgData name="Tom Maurer" userId="63e8d4ad-d51a-484a-93f0-e9b7fcba0e4f" providerId="ADAL" clId="{028F2F38-132A-4975-8697-C24D68858CB3}" dt="2024-09-05T15:10:30.251" v="869" actId="26606"/>
          <ac:spMkLst>
            <pc:docMk/>
            <pc:sldMk cId="2194712446" sldId="262"/>
            <ac:spMk id="21" creationId="{8598F259-6F54-47A3-8D13-1603D786A328}"/>
          </ac:spMkLst>
        </pc:spChg>
        <pc:spChg chg="del">
          <ac:chgData name="Tom Maurer" userId="63e8d4ad-d51a-484a-93f0-e9b7fcba0e4f" providerId="ADAL" clId="{028F2F38-132A-4975-8697-C24D68858CB3}" dt="2024-09-05T15:10:30.251" v="869" actId="26606"/>
          <ac:spMkLst>
            <pc:docMk/>
            <pc:sldMk cId="2194712446" sldId="262"/>
            <ac:spMk id="22" creationId="{0BA768A8-4FED-4ED8-9E46-6BE72188ECD2}"/>
          </ac:spMkLst>
        </pc:spChg>
        <pc:spChg chg="add">
          <ac:chgData name="Tom Maurer" userId="63e8d4ad-d51a-484a-93f0-e9b7fcba0e4f" providerId="ADAL" clId="{028F2F38-132A-4975-8697-C24D68858CB3}" dt="2024-09-05T15:10:30.251" v="869" actId="26606"/>
          <ac:spMkLst>
            <pc:docMk/>
            <pc:sldMk cId="2194712446" sldId="262"/>
            <ac:spMk id="27" creationId="{AD488FAE-8A33-44D2-922D-E1A7E147D9DE}"/>
          </ac:spMkLst>
        </pc:spChg>
        <pc:spChg chg="add">
          <ac:chgData name="Tom Maurer" userId="63e8d4ad-d51a-484a-93f0-e9b7fcba0e4f" providerId="ADAL" clId="{028F2F38-132A-4975-8697-C24D68858CB3}" dt="2024-09-05T15:10:30.251" v="869" actId="26606"/>
          <ac:spMkLst>
            <pc:docMk/>
            <pc:sldMk cId="2194712446" sldId="262"/>
            <ac:spMk id="29" creationId="{D1A684E7-FC3D-4F0E-9F70-C69B3BEFCA22}"/>
          </ac:spMkLst>
        </pc:spChg>
        <pc:spChg chg="add">
          <ac:chgData name="Tom Maurer" userId="63e8d4ad-d51a-484a-93f0-e9b7fcba0e4f" providerId="ADAL" clId="{028F2F38-132A-4975-8697-C24D68858CB3}" dt="2024-09-05T15:10:30.251" v="869" actId="26606"/>
          <ac:spMkLst>
            <pc:docMk/>
            <pc:sldMk cId="2194712446" sldId="262"/>
            <ac:spMk id="31" creationId="{E284F65F-D81D-4196-A4FB-F1C7EAC55532}"/>
          </ac:spMkLst>
        </pc:spChg>
        <pc:spChg chg="add">
          <ac:chgData name="Tom Maurer" userId="63e8d4ad-d51a-484a-93f0-e9b7fcba0e4f" providerId="ADAL" clId="{028F2F38-132A-4975-8697-C24D68858CB3}" dt="2024-09-05T15:10:30.251" v="869" actId="26606"/>
          <ac:spMkLst>
            <pc:docMk/>
            <pc:sldMk cId="2194712446" sldId="262"/>
            <ac:spMk id="33" creationId="{FE0E41EA-15C8-4C96-84B8-F9BBB96B5035}"/>
          </ac:spMkLst>
        </pc:spChg>
        <pc:picChg chg="add mod">
          <ac:chgData name="Tom Maurer" userId="63e8d4ad-d51a-484a-93f0-e9b7fcba0e4f" providerId="ADAL" clId="{028F2F38-132A-4975-8697-C24D68858CB3}" dt="2024-09-05T15:10:33.553" v="870" actId="1076"/>
          <ac:picMkLst>
            <pc:docMk/>
            <pc:sldMk cId="2194712446" sldId="262"/>
            <ac:picMk id="8" creationId="{54505E1F-BC03-9CB8-4CC9-BEC219B598F8}"/>
          </ac:picMkLst>
        </pc:picChg>
      </pc:sldChg>
      <pc:sldChg chg="addSp delSp modSp mod">
        <pc:chgData name="Tom Maurer" userId="63e8d4ad-d51a-484a-93f0-e9b7fcba0e4f" providerId="ADAL" clId="{028F2F38-132A-4975-8697-C24D68858CB3}" dt="2024-09-05T15:28:54.010" v="1161" actId="478"/>
        <pc:sldMkLst>
          <pc:docMk/>
          <pc:sldMk cId="1217833227" sldId="263"/>
        </pc:sldMkLst>
        <pc:spChg chg="mod">
          <ac:chgData name="Tom Maurer" userId="63e8d4ad-d51a-484a-93f0-e9b7fcba0e4f" providerId="ADAL" clId="{028F2F38-132A-4975-8697-C24D68858CB3}" dt="2024-09-05T15:19:43.635" v="1139" actId="26606"/>
          <ac:spMkLst>
            <pc:docMk/>
            <pc:sldMk cId="1217833227" sldId="263"/>
            <ac:spMk id="2" creationId="{E5B5C4F0-8297-1AA0-55CF-03DE58944232}"/>
          </ac:spMkLst>
        </pc:spChg>
        <pc:spChg chg="add mod">
          <ac:chgData name="Tom Maurer" userId="63e8d4ad-d51a-484a-93f0-e9b7fcba0e4f" providerId="ADAL" clId="{028F2F38-132A-4975-8697-C24D68858CB3}" dt="2024-09-05T15:19:43.635" v="1139" actId="26606"/>
          <ac:spMkLst>
            <pc:docMk/>
            <pc:sldMk cId="1217833227" sldId="263"/>
            <ac:spMk id="3" creationId="{01BF52CC-D3A2-17FB-A5AF-97FC2526AB36}"/>
          </ac:spMkLst>
        </pc:spChg>
        <pc:spChg chg="del">
          <ac:chgData name="Tom Maurer" userId="63e8d4ad-d51a-484a-93f0-e9b7fcba0e4f" providerId="ADAL" clId="{028F2F38-132A-4975-8697-C24D68858CB3}" dt="2024-09-05T14:53:33.641" v="19" actId="478"/>
          <ac:spMkLst>
            <pc:docMk/>
            <pc:sldMk cId="1217833227" sldId="263"/>
            <ac:spMk id="8" creationId="{5AD6E78B-F88D-9B66-7960-D3C15541ECA5}"/>
          </ac:spMkLst>
        </pc:spChg>
        <pc:spChg chg="del">
          <ac:chgData name="Tom Maurer" userId="63e8d4ad-d51a-484a-93f0-e9b7fcba0e4f" providerId="ADAL" clId="{028F2F38-132A-4975-8697-C24D68858CB3}" dt="2024-09-05T14:53:35.608" v="20" actId="478"/>
          <ac:spMkLst>
            <pc:docMk/>
            <pc:sldMk cId="1217833227" sldId="263"/>
            <ac:spMk id="9" creationId="{1413D02C-3D9E-1FA5-ECC6-B98189033641}"/>
          </ac:spMkLst>
        </pc:spChg>
        <pc:spChg chg="add del mod ord">
          <ac:chgData name="Tom Maurer" userId="63e8d4ad-d51a-484a-93f0-e9b7fcba0e4f" providerId="ADAL" clId="{028F2F38-132A-4975-8697-C24D68858CB3}" dt="2024-09-05T15:28:54.010" v="1161" actId="478"/>
          <ac:spMkLst>
            <pc:docMk/>
            <pc:sldMk cId="1217833227" sldId="263"/>
            <ac:spMk id="11" creationId="{C10D2DC5-383B-C35A-C43B-735BC0F6832C}"/>
          </ac:spMkLst>
        </pc:spChg>
        <pc:spChg chg="del">
          <ac:chgData name="Tom Maurer" userId="63e8d4ad-d51a-484a-93f0-e9b7fcba0e4f" providerId="ADAL" clId="{028F2F38-132A-4975-8697-C24D68858CB3}" dt="2024-09-05T15:17:52.801" v="1135" actId="26606"/>
          <ac:spMkLst>
            <pc:docMk/>
            <pc:sldMk cId="1217833227" sldId="263"/>
            <ac:spMk id="16" creationId="{B9C04DC5-313B-4FE4-B868-5672A376419F}"/>
          </ac:spMkLst>
        </pc:spChg>
        <pc:spChg chg="del">
          <ac:chgData name="Tom Maurer" userId="63e8d4ad-d51a-484a-93f0-e9b7fcba0e4f" providerId="ADAL" clId="{028F2F38-132A-4975-8697-C24D68858CB3}" dt="2024-09-05T15:17:52.801" v="1135" actId="26606"/>
          <ac:spMkLst>
            <pc:docMk/>
            <pc:sldMk cId="1217833227" sldId="263"/>
            <ac:spMk id="22" creationId="{329FDD08-42D8-4AFF-90E5-5DAA5BC4CBD8}"/>
          </ac:spMkLst>
        </pc:spChg>
        <pc:spChg chg="del">
          <ac:chgData name="Tom Maurer" userId="63e8d4ad-d51a-484a-93f0-e9b7fcba0e4f" providerId="ADAL" clId="{028F2F38-132A-4975-8697-C24D68858CB3}" dt="2024-09-05T15:17:52.801" v="1135" actId="26606"/>
          <ac:spMkLst>
            <pc:docMk/>
            <pc:sldMk cId="1217833227" sldId="263"/>
            <ac:spMk id="24" creationId="{C9583823-2AA3-46EB-A803-287EC900BC41}"/>
          </ac:spMkLst>
        </pc:spChg>
        <pc:spChg chg="del">
          <ac:chgData name="Tom Maurer" userId="63e8d4ad-d51a-484a-93f0-e9b7fcba0e4f" providerId="ADAL" clId="{028F2F38-132A-4975-8697-C24D68858CB3}" dt="2024-09-05T15:17:52.801" v="1135" actId="26606"/>
          <ac:spMkLst>
            <pc:docMk/>
            <pc:sldMk cId="1217833227" sldId="263"/>
            <ac:spMk id="26" creationId="{CA87D9D8-42FB-4157-A365-AD97CC6BAFEC}"/>
          </ac:spMkLst>
        </pc:spChg>
        <pc:spChg chg="del">
          <ac:chgData name="Tom Maurer" userId="63e8d4ad-d51a-484a-93f0-e9b7fcba0e4f" providerId="ADAL" clId="{028F2F38-132A-4975-8697-C24D68858CB3}" dt="2024-09-05T15:17:52.801" v="1135" actId="26606"/>
          <ac:spMkLst>
            <pc:docMk/>
            <pc:sldMk cId="1217833227" sldId="263"/>
            <ac:spMk id="28" creationId="{2E6028E3-4806-4E1D-A24F-F8166F67F411}"/>
          </ac:spMkLst>
        </pc:spChg>
        <pc:spChg chg="add del">
          <ac:chgData name="Tom Maurer" userId="63e8d4ad-d51a-484a-93f0-e9b7fcba0e4f" providerId="ADAL" clId="{028F2F38-132A-4975-8697-C24D68858CB3}" dt="2024-09-05T15:19:43.635" v="1139" actId="26606"/>
          <ac:spMkLst>
            <pc:docMk/>
            <pc:sldMk cId="1217833227" sldId="263"/>
            <ac:spMk id="33" creationId="{AD488FAE-8A33-44D2-922D-E1A7E147D9DE}"/>
          </ac:spMkLst>
        </pc:spChg>
        <pc:spChg chg="add del">
          <ac:chgData name="Tom Maurer" userId="63e8d4ad-d51a-484a-93f0-e9b7fcba0e4f" providerId="ADAL" clId="{028F2F38-132A-4975-8697-C24D68858CB3}" dt="2024-09-05T15:19:43.635" v="1139" actId="26606"/>
          <ac:spMkLst>
            <pc:docMk/>
            <pc:sldMk cId="1217833227" sldId="263"/>
            <ac:spMk id="35" creationId="{D1A684E7-FC3D-4F0E-9F70-C69B3BEFCA22}"/>
          </ac:spMkLst>
        </pc:spChg>
        <pc:spChg chg="add del">
          <ac:chgData name="Tom Maurer" userId="63e8d4ad-d51a-484a-93f0-e9b7fcba0e4f" providerId="ADAL" clId="{028F2F38-132A-4975-8697-C24D68858CB3}" dt="2024-09-05T15:19:43.635" v="1139" actId="26606"/>
          <ac:spMkLst>
            <pc:docMk/>
            <pc:sldMk cId="1217833227" sldId="263"/>
            <ac:spMk id="37" creationId="{E284F65F-D81D-4196-A4FB-F1C7EAC55532}"/>
          </ac:spMkLst>
        </pc:spChg>
        <pc:spChg chg="add del">
          <ac:chgData name="Tom Maurer" userId="63e8d4ad-d51a-484a-93f0-e9b7fcba0e4f" providerId="ADAL" clId="{028F2F38-132A-4975-8697-C24D68858CB3}" dt="2024-09-05T15:19:43.635" v="1139" actId="26606"/>
          <ac:spMkLst>
            <pc:docMk/>
            <pc:sldMk cId="1217833227" sldId="263"/>
            <ac:spMk id="39" creationId="{FE0E41EA-15C8-4C96-84B8-F9BBB96B5035}"/>
          </ac:spMkLst>
        </pc:spChg>
        <pc:spChg chg="add">
          <ac:chgData name="Tom Maurer" userId="63e8d4ad-d51a-484a-93f0-e9b7fcba0e4f" providerId="ADAL" clId="{028F2F38-132A-4975-8697-C24D68858CB3}" dt="2024-09-05T15:19:43.635" v="1139" actId="26606"/>
          <ac:spMkLst>
            <pc:docMk/>
            <pc:sldMk cId="1217833227" sldId="263"/>
            <ac:spMk id="44" creationId="{CE19B044-213B-4670-997D-10A1AF25635E}"/>
          </ac:spMkLst>
        </pc:spChg>
        <pc:spChg chg="add">
          <ac:chgData name="Tom Maurer" userId="63e8d4ad-d51a-484a-93f0-e9b7fcba0e4f" providerId="ADAL" clId="{028F2F38-132A-4975-8697-C24D68858CB3}" dt="2024-09-05T15:19:43.635" v="1139" actId="26606"/>
          <ac:spMkLst>
            <pc:docMk/>
            <pc:sldMk cId="1217833227" sldId="263"/>
            <ac:spMk id="46" creationId="{4D0C6EAC-4CF1-4405-BB7A-D6E48E7DEB37}"/>
          </ac:spMkLst>
        </pc:spChg>
        <pc:spChg chg="add">
          <ac:chgData name="Tom Maurer" userId="63e8d4ad-d51a-484a-93f0-e9b7fcba0e4f" providerId="ADAL" clId="{028F2F38-132A-4975-8697-C24D68858CB3}" dt="2024-09-05T15:19:43.635" v="1139" actId="26606"/>
          <ac:spMkLst>
            <pc:docMk/>
            <pc:sldMk cId="1217833227" sldId="263"/>
            <ac:spMk id="48" creationId="{2EF858D7-84ED-4C7D-B0EB-77866DA2D9FD}"/>
          </ac:spMkLst>
        </pc:spChg>
        <pc:spChg chg="add">
          <ac:chgData name="Tom Maurer" userId="63e8d4ad-d51a-484a-93f0-e9b7fcba0e4f" providerId="ADAL" clId="{028F2F38-132A-4975-8697-C24D68858CB3}" dt="2024-09-05T15:19:43.635" v="1139" actId="26606"/>
          <ac:spMkLst>
            <pc:docMk/>
            <pc:sldMk cId="1217833227" sldId="263"/>
            <ac:spMk id="50" creationId="{DD88D366-AA6E-40A4-A229-24A7DC2CCCB6}"/>
          </ac:spMkLst>
        </pc:spChg>
        <pc:picChg chg="add del mod">
          <ac:chgData name="Tom Maurer" userId="63e8d4ad-d51a-484a-93f0-e9b7fcba0e4f" providerId="ADAL" clId="{028F2F38-132A-4975-8697-C24D68858CB3}" dt="2024-09-05T15:28:29.632" v="1152" actId="478"/>
          <ac:picMkLst>
            <pc:docMk/>
            <pc:sldMk cId="1217833227" sldId="263"/>
            <ac:picMk id="5" creationId="{7743D9D3-880B-1E58-F21C-4130106DC35E}"/>
          </ac:picMkLst>
        </pc:picChg>
        <pc:picChg chg="del">
          <ac:chgData name="Tom Maurer" userId="63e8d4ad-d51a-484a-93f0-e9b7fcba0e4f" providerId="ADAL" clId="{028F2F38-132A-4975-8697-C24D68858CB3}" dt="2024-09-05T14:53:31.335" v="18" actId="478"/>
          <ac:picMkLst>
            <pc:docMk/>
            <pc:sldMk cId="1217833227" sldId="263"/>
            <ac:picMk id="7" creationId="{4EC23501-945A-1ACB-1C0D-DDC01D02FC3B}"/>
          </ac:picMkLst>
        </pc:picChg>
        <pc:picChg chg="add mod ord">
          <ac:chgData name="Tom Maurer" userId="63e8d4ad-d51a-484a-93f0-e9b7fcba0e4f" providerId="ADAL" clId="{028F2F38-132A-4975-8697-C24D68858CB3}" dt="2024-09-05T15:19:46.624" v="1140" actId="1076"/>
          <ac:picMkLst>
            <pc:docMk/>
            <pc:sldMk cId="1217833227" sldId="263"/>
            <ac:picMk id="10" creationId="{F0396D09-2573-0869-3036-B80FB747367F}"/>
          </ac:picMkLst>
        </pc:picChg>
        <pc:picChg chg="del">
          <ac:chgData name="Tom Maurer" userId="63e8d4ad-d51a-484a-93f0-e9b7fcba0e4f" providerId="ADAL" clId="{028F2F38-132A-4975-8697-C24D68858CB3}" dt="2024-09-05T15:17:52.801" v="1135" actId="26606"/>
          <ac:picMkLst>
            <pc:docMk/>
            <pc:sldMk cId="1217833227" sldId="263"/>
            <ac:picMk id="12" creationId="{7594FC8B-8CD2-407F-94F1-9C71F5AEC2B6}"/>
          </ac:picMkLst>
        </pc:picChg>
        <pc:picChg chg="del">
          <ac:chgData name="Tom Maurer" userId="63e8d4ad-d51a-484a-93f0-e9b7fcba0e4f" providerId="ADAL" clId="{028F2F38-132A-4975-8697-C24D68858CB3}" dt="2024-09-05T15:17:52.801" v="1135" actId="26606"/>
          <ac:picMkLst>
            <pc:docMk/>
            <pc:sldMk cId="1217833227" sldId="263"/>
            <ac:picMk id="14" creationId="{DBABC971-8D40-4A4F-AC60-28B9172789B9}"/>
          </ac:picMkLst>
        </pc:picChg>
        <pc:picChg chg="add mod ord">
          <ac:chgData name="Tom Maurer" userId="63e8d4ad-d51a-484a-93f0-e9b7fcba0e4f" providerId="ADAL" clId="{028F2F38-132A-4975-8697-C24D68858CB3}" dt="2024-09-05T15:28:50.489" v="1160" actId="1076"/>
          <ac:picMkLst>
            <pc:docMk/>
            <pc:sldMk cId="1217833227" sldId="263"/>
            <ac:picMk id="15" creationId="{E33C97D7-DF95-E522-448C-089F0E46DF97}"/>
          </ac:picMkLst>
        </pc:picChg>
        <pc:picChg chg="del">
          <ac:chgData name="Tom Maurer" userId="63e8d4ad-d51a-484a-93f0-e9b7fcba0e4f" providerId="ADAL" clId="{028F2F38-132A-4975-8697-C24D68858CB3}" dt="2024-09-05T15:17:52.801" v="1135" actId="26606"/>
          <ac:picMkLst>
            <pc:docMk/>
            <pc:sldMk cId="1217833227" sldId="263"/>
            <ac:picMk id="18" creationId="{791AE23E-90C9-4963-96E2-8DADBFC3BC09}"/>
          </ac:picMkLst>
        </pc:picChg>
        <pc:picChg chg="del">
          <ac:chgData name="Tom Maurer" userId="63e8d4ad-d51a-484a-93f0-e9b7fcba0e4f" providerId="ADAL" clId="{028F2F38-132A-4975-8697-C24D68858CB3}" dt="2024-09-05T15:17:52.801" v="1135" actId="26606"/>
          <ac:picMkLst>
            <pc:docMk/>
            <pc:sldMk cId="1217833227" sldId="263"/>
            <ac:picMk id="20" creationId="{C5F93E90-4379-4AAC-B021-E5FA6D974AED}"/>
          </ac:picMkLst>
        </pc:picChg>
      </pc:sldChg>
      <pc:sldChg chg="addSp delSp add del setBg delDesignElem">
        <pc:chgData name="Tom Maurer" userId="63e8d4ad-d51a-484a-93f0-e9b7fcba0e4f" providerId="ADAL" clId="{028F2F38-132A-4975-8697-C24D68858CB3}" dt="2024-09-05T15:29:07.887" v="1166"/>
        <pc:sldMkLst>
          <pc:docMk/>
          <pc:sldMk cId="537995467" sldId="264"/>
        </pc:sldMkLst>
        <pc:spChg chg="add del">
          <ac:chgData name="Tom Maurer" userId="63e8d4ad-d51a-484a-93f0-e9b7fcba0e4f" providerId="ADAL" clId="{028F2F38-132A-4975-8697-C24D68858CB3}" dt="2024-09-05T15:29:07.887" v="1166"/>
          <ac:spMkLst>
            <pc:docMk/>
            <pc:sldMk cId="537995467" sldId="264"/>
            <ac:spMk id="44" creationId="{CE19B044-213B-4670-997D-10A1AF25635E}"/>
          </ac:spMkLst>
        </pc:spChg>
        <pc:spChg chg="add del">
          <ac:chgData name="Tom Maurer" userId="63e8d4ad-d51a-484a-93f0-e9b7fcba0e4f" providerId="ADAL" clId="{028F2F38-132A-4975-8697-C24D68858CB3}" dt="2024-09-05T15:29:07.887" v="1166"/>
          <ac:spMkLst>
            <pc:docMk/>
            <pc:sldMk cId="537995467" sldId="264"/>
            <ac:spMk id="46" creationId="{4D0C6EAC-4CF1-4405-BB7A-D6E48E7DEB37}"/>
          </ac:spMkLst>
        </pc:spChg>
        <pc:spChg chg="add del">
          <ac:chgData name="Tom Maurer" userId="63e8d4ad-d51a-484a-93f0-e9b7fcba0e4f" providerId="ADAL" clId="{028F2F38-132A-4975-8697-C24D68858CB3}" dt="2024-09-05T15:29:07.887" v="1166"/>
          <ac:spMkLst>
            <pc:docMk/>
            <pc:sldMk cId="537995467" sldId="264"/>
            <ac:spMk id="48" creationId="{2EF858D7-84ED-4C7D-B0EB-77866DA2D9FD}"/>
          </ac:spMkLst>
        </pc:spChg>
        <pc:spChg chg="add del">
          <ac:chgData name="Tom Maurer" userId="63e8d4ad-d51a-484a-93f0-e9b7fcba0e4f" providerId="ADAL" clId="{028F2F38-132A-4975-8697-C24D68858CB3}" dt="2024-09-05T15:29:07.887" v="1166"/>
          <ac:spMkLst>
            <pc:docMk/>
            <pc:sldMk cId="537995467" sldId="264"/>
            <ac:spMk id="50" creationId="{DD88D366-AA6E-40A4-A229-24A7DC2CCCB6}"/>
          </ac:spMkLst>
        </pc:spChg>
      </pc:sldChg>
      <pc:sldChg chg="addSp delSp modSp add mod setBg delDesignElem">
        <pc:chgData name="Tom Maurer" userId="63e8d4ad-d51a-484a-93f0-e9b7fcba0e4f" providerId="ADAL" clId="{028F2F38-132A-4975-8697-C24D68858CB3}" dt="2024-09-05T15:37:02.646" v="1392" actId="1076"/>
        <pc:sldMkLst>
          <pc:docMk/>
          <pc:sldMk cId="829943624" sldId="264"/>
        </pc:sldMkLst>
        <pc:spChg chg="mod">
          <ac:chgData name="Tom Maurer" userId="63e8d4ad-d51a-484a-93f0-e9b7fcba0e4f" providerId="ADAL" clId="{028F2F38-132A-4975-8697-C24D68858CB3}" dt="2024-09-05T15:36:47.958" v="1383" actId="26606"/>
          <ac:spMkLst>
            <pc:docMk/>
            <pc:sldMk cId="829943624" sldId="264"/>
            <ac:spMk id="2" creationId="{E5B5C4F0-8297-1AA0-55CF-03DE58944232}"/>
          </ac:spMkLst>
        </pc:spChg>
        <pc:spChg chg="mod ord">
          <ac:chgData name="Tom Maurer" userId="63e8d4ad-d51a-484a-93f0-e9b7fcba0e4f" providerId="ADAL" clId="{028F2F38-132A-4975-8697-C24D68858CB3}" dt="2024-09-05T15:36:47.985" v="1384" actId="26606"/>
          <ac:spMkLst>
            <pc:docMk/>
            <pc:sldMk cId="829943624" sldId="264"/>
            <ac:spMk id="3" creationId="{01BF52CC-D3A2-17FB-A5AF-97FC2526AB36}"/>
          </ac:spMkLst>
        </pc:spChg>
        <pc:spChg chg="add del">
          <ac:chgData name="Tom Maurer" userId="63e8d4ad-d51a-484a-93f0-e9b7fcba0e4f" providerId="ADAL" clId="{028F2F38-132A-4975-8697-C24D68858CB3}" dt="2024-09-05T15:36:47.958" v="1383" actId="26606"/>
          <ac:spMkLst>
            <pc:docMk/>
            <pc:sldMk cId="829943624" sldId="264"/>
            <ac:spMk id="12" creationId="{56526AC5-B69B-47B3-AFD9-961DC6CBA025}"/>
          </ac:spMkLst>
        </pc:spChg>
        <pc:spChg chg="add del">
          <ac:chgData name="Tom Maurer" userId="63e8d4ad-d51a-484a-93f0-e9b7fcba0e4f" providerId="ADAL" clId="{028F2F38-132A-4975-8697-C24D68858CB3}" dt="2024-09-05T15:36:47.958" v="1383" actId="26606"/>
          <ac:spMkLst>
            <pc:docMk/>
            <pc:sldMk cId="829943624" sldId="264"/>
            <ac:spMk id="14" creationId="{840A09FC-0CA0-4C21-BE1C-1463F1CFCFDA}"/>
          </ac:spMkLst>
        </pc:spChg>
        <pc:spChg chg="add del">
          <ac:chgData name="Tom Maurer" userId="63e8d4ad-d51a-484a-93f0-e9b7fcba0e4f" providerId="ADAL" clId="{028F2F38-132A-4975-8697-C24D68858CB3}" dt="2024-09-05T15:36:47.958" v="1383" actId="26606"/>
          <ac:spMkLst>
            <pc:docMk/>
            <pc:sldMk cId="829943624" sldId="264"/>
            <ac:spMk id="16" creationId="{7F638F10-EE56-40D0-BF90-58420C1B54B6}"/>
          </ac:spMkLst>
        </pc:spChg>
        <pc:spChg chg="add del">
          <ac:chgData name="Tom Maurer" userId="63e8d4ad-d51a-484a-93f0-e9b7fcba0e4f" providerId="ADAL" clId="{028F2F38-132A-4975-8697-C24D68858CB3}" dt="2024-09-05T15:36:47.958" v="1383" actId="26606"/>
          <ac:spMkLst>
            <pc:docMk/>
            <pc:sldMk cId="829943624" sldId="264"/>
            <ac:spMk id="18" creationId="{DD007ECD-0DF8-4267-B2FD-CF7B64CD12D8}"/>
          </ac:spMkLst>
        </pc:spChg>
        <pc:spChg chg="add">
          <ac:chgData name="Tom Maurer" userId="63e8d4ad-d51a-484a-93f0-e9b7fcba0e4f" providerId="ADAL" clId="{028F2F38-132A-4975-8697-C24D68858CB3}" dt="2024-09-05T15:36:47.985" v="1384" actId="26606"/>
          <ac:spMkLst>
            <pc:docMk/>
            <pc:sldMk cId="829943624" sldId="264"/>
            <ac:spMk id="20" creationId="{A994CE7E-AD98-4045-A15B-9054CF58DC8F}"/>
          </ac:spMkLst>
        </pc:spChg>
        <pc:spChg chg="add">
          <ac:chgData name="Tom Maurer" userId="63e8d4ad-d51a-484a-93f0-e9b7fcba0e4f" providerId="ADAL" clId="{028F2F38-132A-4975-8697-C24D68858CB3}" dt="2024-09-05T15:36:47.985" v="1384" actId="26606"/>
          <ac:spMkLst>
            <pc:docMk/>
            <pc:sldMk cId="829943624" sldId="264"/>
            <ac:spMk id="21" creationId="{19C1720A-5B1A-4E31-93A0-A8ACD67EE572}"/>
          </ac:spMkLst>
        </pc:spChg>
        <pc:spChg chg="add">
          <ac:chgData name="Tom Maurer" userId="63e8d4ad-d51a-484a-93f0-e9b7fcba0e4f" providerId="ADAL" clId="{028F2F38-132A-4975-8697-C24D68858CB3}" dt="2024-09-05T15:36:47.985" v="1384" actId="26606"/>
          <ac:spMkLst>
            <pc:docMk/>
            <pc:sldMk cId="829943624" sldId="264"/>
            <ac:spMk id="22" creationId="{67C5F271-EC3D-4C17-8F0A-F4F15F524D0E}"/>
          </ac:spMkLst>
        </pc:spChg>
        <pc:spChg chg="add">
          <ac:chgData name="Tom Maurer" userId="63e8d4ad-d51a-484a-93f0-e9b7fcba0e4f" providerId="ADAL" clId="{028F2F38-132A-4975-8697-C24D68858CB3}" dt="2024-09-05T15:36:47.985" v="1384" actId="26606"/>
          <ac:spMkLst>
            <pc:docMk/>
            <pc:sldMk cId="829943624" sldId="264"/>
            <ac:spMk id="23" creationId="{9F8250EE-4590-407B-B039-E8BDF27FA5C7}"/>
          </ac:spMkLst>
        </pc:spChg>
        <pc:spChg chg="del">
          <ac:chgData name="Tom Maurer" userId="63e8d4ad-d51a-484a-93f0-e9b7fcba0e4f" providerId="ADAL" clId="{028F2F38-132A-4975-8697-C24D68858CB3}" dt="2024-09-05T15:29:09.330" v="1168"/>
          <ac:spMkLst>
            <pc:docMk/>
            <pc:sldMk cId="829943624" sldId="264"/>
            <ac:spMk id="44" creationId="{CE19B044-213B-4670-997D-10A1AF25635E}"/>
          </ac:spMkLst>
        </pc:spChg>
        <pc:spChg chg="del">
          <ac:chgData name="Tom Maurer" userId="63e8d4ad-d51a-484a-93f0-e9b7fcba0e4f" providerId="ADAL" clId="{028F2F38-132A-4975-8697-C24D68858CB3}" dt="2024-09-05T15:29:09.330" v="1168"/>
          <ac:spMkLst>
            <pc:docMk/>
            <pc:sldMk cId="829943624" sldId="264"/>
            <ac:spMk id="46" creationId="{4D0C6EAC-4CF1-4405-BB7A-D6E48E7DEB37}"/>
          </ac:spMkLst>
        </pc:spChg>
        <pc:spChg chg="del">
          <ac:chgData name="Tom Maurer" userId="63e8d4ad-d51a-484a-93f0-e9b7fcba0e4f" providerId="ADAL" clId="{028F2F38-132A-4975-8697-C24D68858CB3}" dt="2024-09-05T15:29:09.330" v="1168"/>
          <ac:spMkLst>
            <pc:docMk/>
            <pc:sldMk cId="829943624" sldId="264"/>
            <ac:spMk id="48" creationId="{2EF858D7-84ED-4C7D-B0EB-77866DA2D9FD}"/>
          </ac:spMkLst>
        </pc:spChg>
        <pc:spChg chg="del">
          <ac:chgData name="Tom Maurer" userId="63e8d4ad-d51a-484a-93f0-e9b7fcba0e4f" providerId="ADAL" clId="{028F2F38-132A-4975-8697-C24D68858CB3}" dt="2024-09-05T15:29:09.330" v="1168"/>
          <ac:spMkLst>
            <pc:docMk/>
            <pc:sldMk cId="829943624" sldId="264"/>
            <ac:spMk id="50" creationId="{DD88D366-AA6E-40A4-A229-24A7DC2CCCB6}"/>
          </ac:spMkLst>
        </pc:spChg>
        <pc:picChg chg="add mod">
          <ac:chgData name="Tom Maurer" userId="63e8d4ad-d51a-484a-93f0-e9b7fcba0e4f" providerId="ADAL" clId="{028F2F38-132A-4975-8697-C24D68858CB3}" dt="2024-09-05T15:36:52.948" v="1387" actId="14100"/>
          <ac:picMkLst>
            <pc:docMk/>
            <pc:sldMk cId="829943624" sldId="264"/>
            <ac:picMk id="5" creationId="{9761ECEA-8A0C-C975-7EDA-43775A27C6B4}"/>
          </ac:picMkLst>
        </pc:picChg>
        <pc:picChg chg="add mod ord">
          <ac:chgData name="Tom Maurer" userId="63e8d4ad-d51a-484a-93f0-e9b7fcba0e4f" providerId="ADAL" clId="{028F2F38-132A-4975-8697-C24D68858CB3}" dt="2024-09-05T15:37:02.646" v="1392" actId="1076"/>
          <ac:picMkLst>
            <pc:docMk/>
            <pc:sldMk cId="829943624" sldId="264"/>
            <ac:picMk id="7" creationId="{986A1300-3DC3-46CB-F385-CF5E1181B74C}"/>
          </ac:picMkLst>
        </pc:picChg>
        <pc:picChg chg="del">
          <ac:chgData name="Tom Maurer" userId="63e8d4ad-d51a-484a-93f0-e9b7fcba0e4f" providerId="ADAL" clId="{028F2F38-132A-4975-8697-C24D68858CB3}" dt="2024-09-05T15:29:17.406" v="1181" actId="478"/>
          <ac:picMkLst>
            <pc:docMk/>
            <pc:sldMk cId="829943624" sldId="264"/>
            <ac:picMk id="10" creationId="{F0396D09-2573-0869-3036-B80FB747367F}"/>
          </ac:picMkLst>
        </pc:picChg>
        <pc:picChg chg="del">
          <ac:chgData name="Tom Maurer" userId="63e8d4ad-d51a-484a-93f0-e9b7fcba0e4f" providerId="ADAL" clId="{028F2F38-132A-4975-8697-C24D68858CB3}" dt="2024-09-05T15:29:18.915" v="1182" actId="478"/>
          <ac:picMkLst>
            <pc:docMk/>
            <pc:sldMk cId="829943624" sldId="264"/>
            <ac:picMk id="15" creationId="{E33C97D7-DF95-E522-448C-089F0E46DF97}"/>
          </ac:picMkLst>
        </pc:picChg>
      </pc:sldChg>
      <pc:sldChg chg="del">
        <pc:chgData name="Tom Maurer" userId="63e8d4ad-d51a-484a-93f0-e9b7fcba0e4f" providerId="ADAL" clId="{028F2F38-132A-4975-8697-C24D68858CB3}" dt="2024-09-05T15:27:16.985" v="1149" actId="47"/>
        <pc:sldMkLst>
          <pc:docMk/>
          <pc:sldMk cId="1884381967" sldId="264"/>
        </pc:sldMkLst>
      </pc:sldChg>
      <pc:sldChg chg="new del">
        <pc:chgData name="Tom Maurer" userId="63e8d4ad-d51a-484a-93f0-e9b7fcba0e4f" providerId="ADAL" clId="{028F2F38-132A-4975-8697-C24D68858CB3}" dt="2024-09-05T15:29:05.015" v="1163" actId="680"/>
        <pc:sldMkLst>
          <pc:docMk/>
          <pc:sldMk cId="2858079448" sldId="264"/>
        </pc:sldMkLst>
      </pc:sldChg>
      <pc:sldChg chg="addSp delSp modSp new mod modNotesTx">
        <pc:chgData name="Tom Maurer" userId="63e8d4ad-d51a-484a-93f0-e9b7fcba0e4f" providerId="ADAL" clId="{028F2F38-132A-4975-8697-C24D68858CB3}" dt="2024-09-05T15:39:59.257" v="1509" actId="20577"/>
        <pc:sldMkLst>
          <pc:docMk/>
          <pc:sldMk cId="2541004291" sldId="265"/>
        </pc:sldMkLst>
        <pc:spChg chg="mod">
          <ac:chgData name="Tom Maurer" userId="63e8d4ad-d51a-484a-93f0-e9b7fcba0e4f" providerId="ADAL" clId="{028F2F38-132A-4975-8697-C24D68858CB3}" dt="2024-09-05T15:37:22.186" v="1405" actId="20577"/>
          <ac:spMkLst>
            <pc:docMk/>
            <pc:sldMk cId="2541004291" sldId="265"/>
            <ac:spMk id="2" creationId="{F0072D4A-5330-BE2B-D316-75A1BB1F7672}"/>
          </ac:spMkLst>
        </pc:spChg>
        <pc:spChg chg="del mod">
          <ac:chgData name="Tom Maurer" userId="63e8d4ad-d51a-484a-93f0-e9b7fcba0e4f" providerId="ADAL" clId="{028F2F38-132A-4975-8697-C24D68858CB3}" dt="2024-09-05T15:39:00.238" v="1470" actId="22"/>
          <ac:spMkLst>
            <pc:docMk/>
            <pc:sldMk cId="2541004291" sldId="265"/>
            <ac:spMk id="3" creationId="{217A63D3-5E08-A5E1-2194-E08759BDE5F0}"/>
          </ac:spMkLst>
        </pc:spChg>
        <pc:picChg chg="add mod">
          <ac:chgData name="Tom Maurer" userId="63e8d4ad-d51a-484a-93f0-e9b7fcba0e4f" providerId="ADAL" clId="{028F2F38-132A-4975-8697-C24D68858CB3}" dt="2024-09-05T15:39:07.869" v="1474" actId="1076"/>
          <ac:picMkLst>
            <pc:docMk/>
            <pc:sldMk cId="2541004291" sldId="265"/>
            <ac:picMk id="5" creationId="{D7D4C9B4-FA25-55BC-78F0-13EF314F4074}"/>
          </ac:picMkLst>
        </pc:picChg>
        <pc:picChg chg="add mod ord">
          <ac:chgData name="Tom Maurer" userId="63e8d4ad-d51a-484a-93f0-e9b7fcba0e4f" providerId="ADAL" clId="{028F2F38-132A-4975-8697-C24D68858CB3}" dt="2024-09-05T15:39:16.238" v="1477" actId="14100"/>
          <ac:picMkLst>
            <pc:docMk/>
            <pc:sldMk cId="2541004291" sldId="265"/>
            <ac:picMk id="7" creationId="{2A2E3882-718B-32A6-9964-0AAA6973F8CD}"/>
          </ac:picMkLst>
        </pc:picChg>
      </pc:sldChg>
      <pc:sldChg chg="del">
        <pc:chgData name="Tom Maurer" userId="63e8d4ad-d51a-484a-93f0-e9b7fcba0e4f" providerId="ADAL" clId="{028F2F38-132A-4975-8697-C24D68858CB3}" dt="2024-09-05T15:27:18.741" v="1150" actId="47"/>
        <pc:sldMkLst>
          <pc:docMk/>
          <pc:sldMk cId="3663277866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05C460-BEB4-4007-87EE-4DE532DBFBB2}" type="datetimeFigureOut">
              <a:rPr lang="en-CA" smtClean="0"/>
              <a:t>2024-09-05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D21EDD-3A98-4A29-9F21-362CDB9B3C3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11837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7c259f0d05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7c259f0d05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Endpoint is a string</a:t>
            </a:r>
          </a:p>
          <a:p>
            <a:r>
              <a:rPr lang="en-CA"/>
              <a:t>Are async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D21EDD-3A98-4A29-9F21-362CDB9B3C39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93547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59758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851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93749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2024-09-05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14138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2024-09-05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60286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2024-09-05</a:t>
            </a:fld>
            <a:endParaRPr lang="en-CA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6863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2024-09-05</a:t>
            </a:fld>
            <a:endParaRPr lang="en-CA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0425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2024-09-05</a:t>
            </a:fld>
            <a:endParaRPr lang="en-CA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35373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2024-09-05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0929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2024-09-05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1795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30989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772814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55480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2024-09-05</a:t>
            </a:fld>
            <a:endParaRPr lang="en-C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14275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2024-09-05</a:t>
            </a:fld>
            <a:endParaRPr lang="en-C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55004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973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047380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656751" y="1680379"/>
            <a:ext cx="566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517200" y="610700"/>
            <a:ext cx="11157600" cy="91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517200" y="1986432"/>
            <a:ext cx="11157600" cy="4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" smtClean="0"/>
              <a:pPr algn="r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80476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0D7D66B-DB62-4E59-A0E9-775EEBAE6FE4}" type="datetimeFigureOut">
              <a:rPr lang="en-CA" smtClean="0"/>
              <a:t>2024-09-05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698544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33B63-26CE-A171-AA3C-D22BCC026A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Dart Part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D08CB5-82BB-07A5-032A-EFF043ED7B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DMIT 2504 Week 1 day 3</a:t>
            </a:r>
          </a:p>
        </p:txBody>
      </p:sp>
    </p:spTree>
    <p:extLst>
      <p:ext uri="{BB962C8B-B14F-4D97-AF65-F5344CB8AC3E}">
        <p14:creationId xmlns:p14="http://schemas.microsoft.com/office/powerpoint/2010/main" val="1330967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62000"/>
                <a:hueMod val="108000"/>
                <a:satMod val="164000"/>
                <a:lumMod val="69000"/>
              </a:schemeClr>
              <a:schemeClr val="bg1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D2D844C-AB64-4A03-80BE-33212E61D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AD0E9B-89C2-4268-98B4-BA7BFFF2C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1653AB08-C531-42A8-AA8D-C2ABAE87C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2E47EEC-33C8-4EC3-8BFC-BB02B4171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8BC9CC6-50D5-4C61-9EDE-315A1B5F1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ED2641B-4430-4CF4-89AB-3FADDD630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B731151-418C-4F0C-BFEC-3E68137FF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30C6E5-7800-E2E2-1265-BA9366E54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1447800"/>
            <a:ext cx="8825658" cy="332958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</a:pPr>
            <a:r>
              <a:rPr lang="en-US" sz="7200"/>
              <a:t>Announcements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1D25EAF-C5BE-4B57-A0E1-BA35B7C83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84929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Picture 85">
            <a:extLst>
              <a:ext uri="{FF2B5EF4-FFF2-40B4-BE49-F238E27FC236}">
                <a16:creationId xmlns:a16="http://schemas.microsoft.com/office/drawing/2014/main" id="{5D2D844C-AB64-4A03-80BE-33212E61D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CAAD0E9B-89C2-4268-98B4-BA7BFFF2C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90" name="Oval 89">
            <a:extLst>
              <a:ext uri="{FF2B5EF4-FFF2-40B4-BE49-F238E27FC236}">
                <a16:creationId xmlns:a16="http://schemas.microsoft.com/office/drawing/2014/main" id="{1653AB08-C531-42A8-AA8D-C2ABAE87C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72E47EEC-33C8-4EC3-8BFC-BB02B4171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A8BC9CC6-50D5-4C61-9EDE-315A1B5F1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96" name="Rectangle 95">
            <a:extLst>
              <a:ext uri="{FF2B5EF4-FFF2-40B4-BE49-F238E27FC236}">
                <a16:creationId xmlns:a16="http://schemas.microsoft.com/office/drawing/2014/main" id="{CED2641B-4430-4CF4-89AB-3FADDD630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0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04" name="Freeform: Shape 10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FFFFFF"/>
                </a:solidFill>
              </a:rPr>
              <a:t>Expectations</a:t>
            </a:r>
          </a:p>
        </p:txBody>
      </p:sp>
      <p:sp>
        <p:nvSpPr>
          <p:cNvPr id="81" name="Google Shape;81;p16"/>
          <p:cNvSpPr txBox="1">
            <a:spLocks noGrp="1"/>
          </p:cNvSpPr>
          <p:nvPr>
            <p:ph type="body" idx="1"/>
          </p:nvPr>
        </p:nvSpPr>
        <p:spPr>
          <a:xfrm>
            <a:off x="1103312" y="2763520"/>
            <a:ext cx="8946541" cy="3484879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/>
              <a:t>No Late Assignments</a:t>
            </a:r>
          </a:p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/>
              <a:t>No Cheating</a:t>
            </a:r>
          </a:p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/>
              <a:t>Be a good classmate</a:t>
            </a:r>
          </a:p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/>
              <a:t>Don’t go to stupid sites in class </a:t>
            </a:r>
          </a:p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/>
              <a:t>Show up to class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822F7-2E55-734C-F241-A924D662A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Async Code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72B8D-23D6-3FC4-8010-CD2BB7F00644}"/>
              </a:ext>
            </a:extLst>
          </p:cNvPr>
          <p:cNvSpPr txBox="1"/>
          <p:nvPr/>
        </p:nvSpPr>
        <p:spPr>
          <a:xfrm>
            <a:off x="646111" y="1731018"/>
            <a:ext cx="961513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Code that takes a long time to execute should not freeze our program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If we run it synchronously it freezes our program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Running it asynchronously allows the rest of the program to execute while we wait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3BF161-CC87-D20C-4565-990B8DBA56B5}"/>
              </a:ext>
            </a:extLst>
          </p:cNvPr>
          <p:cNvSpPr txBox="1"/>
          <p:nvPr/>
        </p:nvSpPr>
        <p:spPr>
          <a:xfrm>
            <a:off x="2758387" y="3532539"/>
            <a:ext cx="667522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2800" dirty="0">
                <a:solidFill>
                  <a:srgbClr val="92D050"/>
                </a:solidFill>
              </a:rPr>
              <a:t>async </a:t>
            </a:r>
            <a:r>
              <a:rPr lang="en-CA" sz="2800" dirty="0"/>
              <a:t>– keyword used to designate a</a:t>
            </a:r>
          </a:p>
          <a:p>
            <a:pPr algn="ctr"/>
            <a:r>
              <a:rPr lang="en-CA" sz="2800" dirty="0"/>
              <a:t>function as asynchronous</a:t>
            </a:r>
            <a:endParaRPr lang="en-CA" sz="2800" dirty="0">
              <a:solidFill>
                <a:srgbClr val="92D05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C0300A-EF67-82D8-67FC-B10FC0AC8BB2}"/>
              </a:ext>
            </a:extLst>
          </p:cNvPr>
          <p:cNvSpPr txBox="1"/>
          <p:nvPr/>
        </p:nvSpPr>
        <p:spPr>
          <a:xfrm>
            <a:off x="2433778" y="4810839"/>
            <a:ext cx="732444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2800" dirty="0">
                <a:solidFill>
                  <a:srgbClr val="92D050"/>
                </a:solidFill>
              </a:rPr>
              <a:t>await </a:t>
            </a:r>
            <a:r>
              <a:rPr lang="en-CA" sz="2800" dirty="0"/>
              <a:t>– keyword used to tell the program</a:t>
            </a:r>
          </a:p>
          <a:p>
            <a:pPr algn="ctr"/>
            <a:r>
              <a:rPr lang="en-CA" sz="2800" dirty="0"/>
              <a:t>to wait on an async function</a:t>
            </a:r>
            <a:endParaRPr lang="en-CA" sz="2800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9553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F76494F-375A-E059-765F-5AAA24B4F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223" y="629266"/>
            <a:ext cx="3116690" cy="559455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/>
              <a:t>Futures</a:t>
            </a:r>
          </a:p>
        </p:txBody>
      </p:sp>
      <p:sp>
        <p:nvSpPr>
          <p:cNvPr id="27" name="Freeform 7">
            <a:extLst>
              <a:ext uri="{FF2B5EF4-FFF2-40B4-BE49-F238E27FC236}">
                <a16:creationId xmlns:a16="http://schemas.microsoft.com/office/drawing/2014/main" id="{AD488FAE-8A33-44D2-922D-E1A7E147D9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1A684E7-FC3D-4F0E-9F70-C69B3BEFCA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 5">
            <a:extLst>
              <a:ext uri="{FF2B5EF4-FFF2-40B4-BE49-F238E27FC236}">
                <a16:creationId xmlns:a16="http://schemas.microsoft.com/office/drawing/2014/main" id="{E284F65F-D81D-4196-A4FB-F1C7EAC55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1404667" y="2756642"/>
            <a:ext cx="6858000" cy="1344715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E0E41EA-15C8-4C96-84B8-F9BBB96B5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6" name="Google Shape;81;p16">
            <a:extLst>
              <a:ext uri="{FF2B5EF4-FFF2-40B4-BE49-F238E27FC236}">
                <a16:creationId xmlns:a16="http://schemas.microsoft.com/office/drawing/2014/main" id="{0361B96A-A385-66FB-0B9F-0FA2D5D21542}"/>
              </a:ext>
            </a:extLst>
          </p:cNvPr>
          <p:cNvSpPr txBox="1">
            <a:spLocks/>
          </p:cNvSpPr>
          <p:nvPr/>
        </p:nvSpPr>
        <p:spPr>
          <a:xfrm>
            <a:off x="5048452" y="1410458"/>
            <a:ext cx="6495847" cy="2589913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Used for the return type of async functions</a:t>
            </a:r>
          </a:p>
          <a:p>
            <a:r>
              <a:rPr lang="en-US" dirty="0">
                <a:solidFill>
                  <a:schemeClr val="bg1"/>
                </a:solidFill>
              </a:rPr>
              <a:t>Represents a value that will exist in the future</a:t>
            </a:r>
          </a:p>
          <a:p>
            <a:r>
              <a:rPr lang="en-US" dirty="0">
                <a:solidFill>
                  <a:schemeClr val="bg1"/>
                </a:solidFill>
              </a:rPr>
              <a:t>Future&lt;Type&gt;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505E1F-BC03-9CB8-4CC9-BEC219B598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0419" y="3709641"/>
            <a:ext cx="5179240" cy="1955990"/>
          </a:xfrm>
          <a:prstGeom prst="rect">
            <a:avLst/>
          </a:prstGeom>
          <a:effectLst/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646B0F0-BAB7-E798-134A-4A6474014A73}"/>
              </a:ext>
            </a:extLst>
          </p:cNvPr>
          <p:cNvSpPr/>
          <p:nvPr/>
        </p:nvSpPr>
        <p:spPr>
          <a:xfrm>
            <a:off x="5176969" y="3727929"/>
            <a:ext cx="1613605" cy="2907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94712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5C4F0-8297-1AA0-55CF-03DE5894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4165580" cy="140053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JSON</a:t>
            </a:r>
          </a:p>
        </p:txBody>
      </p:sp>
      <p:sp>
        <p:nvSpPr>
          <p:cNvPr id="44" name="Freeform 23">
            <a:extLst>
              <a:ext uri="{FF2B5EF4-FFF2-40B4-BE49-F238E27FC236}">
                <a16:creationId xmlns:a16="http://schemas.microsoft.com/office/drawing/2014/main" id="{CE19B044-213B-4670-997D-10A1AF256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 5">
            <a:extLst>
              <a:ext uri="{FF2B5EF4-FFF2-40B4-BE49-F238E27FC236}">
                <a16:creationId xmlns:a16="http://schemas.microsoft.com/office/drawing/2014/main" id="{4D0C6EAC-4CF1-4405-BB7A-D6E48E7DE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2450577" y="2756642"/>
            <a:ext cx="6858000" cy="1344715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EF858D7-84ED-4C7D-B0EB-77866DA2D9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4411" y="0"/>
            <a:ext cx="60980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396D09-2573-0869-3036-B80FB74736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09" y="1412186"/>
            <a:ext cx="5449471" cy="2403694"/>
          </a:xfrm>
          <a:prstGeom prst="rect">
            <a:avLst/>
          </a:prstGeom>
          <a:effectLst/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DD88D366-AA6E-40A4-A229-24A7DC2CCC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3" name="Google Shape;81;p16">
            <a:extLst>
              <a:ext uri="{FF2B5EF4-FFF2-40B4-BE49-F238E27FC236}">
                <a16:creationId xmlns:a16="http://schemas.microsoft.com/office/drawing/2014/main" id="{01BF52CC-D3A2-17FB-A5AF-97FC2526AB36}"/>
              </a:ext>
            </a:extLst>
          </p:cNvPr>
          <p:cNvSpPr txBox="1">
            <a:spLocks/>
          </p:cNvSpPr>
          <p:nvPr/>
        </p:nvSpPr>
        <p:spPr>
          <a:xfrm>
            <a:off x="646113" y="2052918"/>
            <a:ext cx="4165146" cy="4195481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JavaScript Object Notation</a:t>
            </a:r>
          </a:p>
          <a:p>
            <a:r>
              <a:rPr lang="en-US"/>
              <a:t>Very common standard for passing information around on the internet</a:t>
            </a:r>
          </a:p>
          <a:p>
            <a:r>
              <a:rPr lang="en-US"/>
              <a:t>‘dart:convert’ package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33C97D7-DF95-E522-448C-089F0E46DF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2613" y="4150658"/>
            <a:ext cx="5451267" cy="1331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833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5C4F0-8297-1AA0-55CF-03DE5894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4165580" cy="140053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Parsing JSON</a:t>
            </a:r>
          </a:p>
        </p:txBody>
      </p:sp>
      <p:sp>
        <p:nvSpPr>
          <p:cNvPr id="20" name="Freeform 23">
            <a:extLst>
              <a:ext uri="{FF2B5EF4-FFF2-40B4-BE49-F238E27FC236}">
                <a16:creationId xmlns:a16="http://schemas.microsoft.com/office/drawing/2014/main" id="{A994CE7E-AD98-4045-A15B-9054CF58D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19C1720A-5B1A-4E31-93A0-A8ACD67EE5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2450577" y="2756642"/>
            <a:ext cx="6858000" cy="1344715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7C5F271-EC3D-4C17-8F0A-F4F15F524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4411" y="0"/>
            <a:ext cx="60980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6A1300-3DC3-46CB-F385-CF5E1181B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0236" y="5130104"/>
            <a:ext cx="7728349" cy="1275178"/>
          </a:xfrm>
          <a:prstGeom prst="rect">
            <a:avLst/>
          </a:prstGeom>
          <a:effectLst/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9F8250EE-4590-407B-B039-E8BDF27FA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3" name="Google Shape;81;p16">
            <a:extLst>
              <a:ext uri="{FF2B5EF4-FFF2-40B4-BE49-F238E27FC236}">
                <a16:creationId xmlns:a16="http://schemas.microsoft.com/office/drawing/2014/main" id="{01BF52CC-D3A2-17FB-A5AF-97FC2526AB36}"/>
              </a:ext>
            </a:extLst>
          </p:cNvPr>
          <p:cNvSpPr txBox="1">
            <a:spLocks/>
          </p:cNvSpPr>
          <p:nvPr/>
        </p:nvSpPr>
        <p:spPr>
          <a:xfrm>
            <a:off x="646113" y="2052918"/>
            <a:ext cx="4165146" cy="4195481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jsonDecode </a:t>
            </a:r>
            <a:r>
              <a:rPr lang="en-US" dirty="0"/>
              <a:t>returns a dynamic</a:t>
            </a:r>
          </a:p>
          <a:p>
            <a:r>
              <a:rPr lang="en-US" dirty="0"/>
              <a:t>It is much more stable to encode the data as a class</a:t>
            </a:r>
          </a:p>
          <a:p>
            <a:r>
              <a:rPr lang="en-US" dirty="0"/>
              <a:t>Use a Factory constructor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61ECEA-8A0C-C975-7EDA-43775A27C6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6691" y="1242711"/>
            <a:ext cx="5607325" cy="3653411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829943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72D4A-5330-BE2B-D316-75A1BB1F7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Web Requests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A2E3882-718B-32A6-9964-0AAA6973F8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33114" y="2282350"/>
            <a:ext cx="7525772" cy="422006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D4C9B4-FA25-55BC-78F0-13EF314F40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3114" y="3273857"/>
            <a:ext cx="7525772" cy="1157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0042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135</TotalTime>
  <Words>166</Words>
  <Application>Microsoft Office PowerPoint</Application>
  <PresentationFormat>Widescreen</PresentationFormat>
  <Paragraphs>33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Century Gothic</vt:lpstr>
      <vt:lpstr>Wingdings 3</vt:lpstr>
      <vt:lpstr>Ion</vt:lpstr>
      <vt:lpstr>Dart Part 3</vt:lpstr>
      <vt:lpstr>Announcements</vt:lpstr>
      <vt:lpstr>Expectations</vt:lpstr>
      <vt:lpstr>Async Code</vt:lpstr>
      <vt:lpstr>Futures</vt:lpstr>
      <vt:lpstr>JSON</vt:lpstr>
      <vt:lpstr>Parsing JSON</vt:lpstr>
      <vt:lpstr>Web Requests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Maurer</dc:creator>
  <cp:lastModifiedBy>Tom Maurer</cp:lastModifiedBy>
  <cp:revision>1</cp:revision>
  <dcterms:created xsi:type="dcterms:W3CDTF">2024-08-30T16:20:47Z</dcterms:created>
  <dcterms:modified xsi:type="dcterms:W3CDTF">2024-09-05T15:40:00Z</dcterms:modified>
</cp:coreProperties>
</file>