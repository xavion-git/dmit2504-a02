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60" r:id="rId3"/>
    <p:sldId id="259" r:id="rId4"/>
    <p:sldId id="263" r:id="rId5"/>
    <p:sldId id="264" r:id="rId6"/>
    <p:sldId id="266" r:id="rId7"/>
    <p:sldId id="273" r:id="rId8"/>
    <p:sldId id="268" r:id="rId9"/>
    <p:sldId id="269" r:id="rId10"/>
    <p:sldId id="270" r:id="rId11"/>
    <p:sldId id="271" r:id="rId12"/>
    <p:sldId id="267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741" autoAdjust="0"/>
  </p:normalViewPr>
  <p:slideViewPr>
    <p:cSldViewPr snapToGrid="0">
      <p:cViewPr varScale="1">
        <p:scale>
          <a:sx n="98" d="100"/>
          <a:sy n="98" d="100"/>
        </p:scale>
        <p:origin x="10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Maurer" userId="63e8d4ad-d51a-484a-93f0-e9b7fcba0e4f" providerId="ADAL" clId="{36ECCD20-A8A9-4C55-AC19-48082CA8DF99}"/>
    <pc:docChg chg="undo custSel addSld modSld sldOrd">
      <pc:chgData name="Tom Maurer" userId="63e8d4ad-d51a-484a-93f0-e9b7fcba0e4f" providerId="ADAL" clId="{36ECCD20-A8A9-4C55-AC19-48082CA8DF99}" dt="2024-08-30T17:47:44.101" v="2107" actId="14100"/>
      <pc:docMkLst>
        <pc:docMk/>
      </pc:docMkLst>
      <pc:sldChg chg="modSp new mod">
        <pc:chgData name="Tom Maurer" userId="63e8d4ad-d51a-484a-93f0-e9b7fcba0e4f" providerId="ADAL" clId="{36ECCD20-A8A9-4C55-AC19-48082CA8DF99}" dt="2024-08-30T16:21:14.245" v="55" actId="20577"/>
        <pc:sldMkLst>
          <pc:docMk/>
          <pc:sldMk cId="1330967993" sldId="256"/>
        </pc:sldMkLst>
      </pc:sldChg>
      <pc:sldChg chg="addSp delSp modSp new mod setBg setClrOvrMap">
        <pc:chgData name="Tom Maurer" userId="63e8d4ad-d51a-484a-93f0-e9b7fcba0e4f" providerId="ADAL" clId="{36ECCD20-A8A9-4C55-AC19-48082CA8DF99}" dt="2024-08-30T16:53:18.981" v="178" actId="26606"/>
        <pc:sldMkLst>
          <pc:docMk/>
          <pc:sldMk cId="323330893" sldId="257"/>
        </pc:sldMkLst>
      </pc:sldChg>
      <pc:sldChg chg="addSp modSp add mod ord setBg setClrOvrMap">
        <pc:chgData name="Tom Maurer" userId="63e8d4ad-d51a-484a-93f0-e9b7fcba0e4f" providerId="ADAL" clId="{36ECCD20-A8A9-4C55-AC19-48082CA8DF99}" dt="2024-08-30T16:53:24.001" v="179" actId="20577"/>
        <pc:sldMkLst>
          <pc:docMk/>
          <pc:sldMk cId="0" sldId="259"/>
        </pc:sldMkLst>
      </pc:sldChg>
      <pc:sldChg chg="addSp delSp modSp new mod ord setBg setClrOvrMap">
        <pc:chgData name="Tom Maurer" userId="63e8d4ad-d51a-484a-93f0-e9b7fcba0e4f" providerId="ADAL" clId="{36ECCD20-A8A9-4C55-AC19-48082CA8DF99}" dt="2024-08-30T16:50:59.536" v="170" actId="26606"/>
        <pc:sldMkLst>
          <pc:docMk/>
          <pc:sldMk cId="4008492965" sldId="260"/>
        </pc:sldMkLst>
      </pc:sldChg>
      <pc:sldChg chg="addSp delSp modSp new mod">
        <pc:chgData name="Tom Maurer" userId="63e8d4ad-d51a-484a-93f0-e9b7fcba0e4f" providerId="ADAL" clId="{36ECCD20-A8A9-4C55-AC19-48082CA8DF99}" dt="2024-08-30T17:00:59.144" v="339"/>
        <pc:sldMkLst>
          <pc:docMk/>
          <pc:sldMk cId="1679553109" sldId="261"/>
        </pc:sldMkLst>
      </pc:sldChg>
      <pc:sldChg chg="addSp delSp modSp add mod setBg setClrOvrMap">
        <pc:chgData name="Tom Maurer" userId="63e8d4ad-d51a-484a-93f0-e9b7fcba0e4f" providerId="ADAL" clId="{36ECCD20-A8A9-4C55-AC19-48082CA8DF99}" dt="2024-08-30T17:12:27.562" v="1321" actId="20577"/>
        <pc:sldMkLst>
          <pc:docMk/>
          <pc:sldMk cId="2194712446" sldId="262"/>
        </pc:sldMkLst>
      </pc:sldChg>
      <pc:sldChg chg="addSp delSp modSp new mod setBg">
        <pc:chgData name="Tom Maurer" userId="63e8d4ad-d51a-484a-93f0-e9b7fcba0e4f" providerId="ADAL" clId="{36ECCD20-A8A9-4C55-AC19-48082CA8DF99}" dt="2024-08-30T17:20:18.003" v="1354" actId="207"/>
        <pc:sldMkLst>
          <pc:docMk/>
          <pc:sldMk cId="1217833227" sldId="263"/>
        </pc:sldMkLst>
      </pc:sldChg>
      <pc:sldChg chg="addSp delSp modSp new mod setBg">
        <pc:chgData name="Tom Maurer" userId="63e8d4ad-d51a-484a-93f0-e9b7fcba0e4f" providerId="ADAL" clId="{36ECCD20-A8A9-4C55-AC19-48082CA8DF99}" dt="2024-08-30T17:36:28.188" v="1485" actId="1038"/>
        <pc:sldMkLst>
          <pc:docMk/>
          <pc:sldMk cId="1884381967" sldId="264"/>
        </pc:sldMkLst>
      </pc:sldChg>
      <pc:sldChg chg="addSp modSp new mod ord">
        <pc:chgData name="Tom Maurer" userId="63e8d4ad-d51a-484a-93f0-e9b7fcba0e4f" providerId="ADAL" clId="{36ECCD20-A8A9-4C55-AC19-48082CA8DF99}" dt="2024-08-30T17:47:44.101" v="2107" actId="14100"/>
        <pc:sldMkLst>
          <pc:docMk/>
          <pc:sldMk cId="3663277866" sldId="265"/>
        </pc:sldMkLst>
      </pc:sldChg>
    </pc:docChg>
  </pc:docChgLst>
  <pc:docChgLst>
    <pc:chgData name="Tom Maurer" userId="63e8d4ad-d51a-484a-93f0-e9b7fcba0e4f" providerId="ADAL" clId="{52B8BD6A-E4AD-4EA3-9173-5E8CEA2027AD}"/>
    <pc:docChg chg="undo redo custSel addSld delSld modSld sldOrd">
      <pc:chgData name="Tom Maurer" userId="63e8d4ad-d51a-484a-93f0-e9b7fcba0e4f" providerId="ADAL" clId="{52B8BD6A-E4AD-4EA3-9173-5E8CEA2027AD}" dt="2024-09-16T20:10:46.159" v="4420" actId="20577"/>
      <pc:docMkLst>
        <pc:docMk/>
      </pc:docMkLst>
      <pc:sldChg chg="modSp mod">
        <pc:chgData name="Tom Maurer" userId="63e8d4ad-d51a-484a-93f0-e9b7fcba0e4f" providerId="ADAL" clId="{52B8BD6A-E4AD-4EA3-9173-5E8CEA2027AD}" dt="2024-09-12T19:45:58.089" v="43" actId="20577"/>
        <pc:sldMkLst>
          <pc:docMk/>
          <pc:sldMk cId="1330967993" sldId="256"/>
        </pc:sldMkLst>
      </pc:sldChg>
      <pc:sldChg chg="modNotesTx">
        <pc:chgData name="Tom Maurer" userId="63e8d4ad-d51a-484a-93f0-e9b7fcba0e4f" providerId="ADAL" clId="{52B8BD6A-E4AD-4EA3-9173-5E8CEA2027AD}" dt="2024-09-16T20:10:46.159" v="4420" actId="20577"/>
        <pc:sldMkLst>
          <pc:docMk/>
          <pc:sldMk cId="4008492965" sldId="260"/>
        </pc:sldMkLst>
      </pc:sldChg>
      <pc:sldChg chg="delSp modSp del mod">
        <pc:chgData name="Tom Maurer" userId="63e8d4ad-d51a-484a-93f0-e9b7fcba0e4f" providerId="ADAL" clId="{52B8BD6A-E4AD-4EA3-9173-5E8CEA2027AD}" dt="2024-09-12T20:12:28.473" v="525" actId="47"/>
        <pc:sldMkLst>
          <pc:docMk/>
          <pc:sldMk cId="1679553109" sldId="261"/>
        </pc:sldMkLst>
      </pc:sldChg>
      <pc:sldChg chg="del">
        <pc:chgData name="Tom Maurer" userId="63e8d4ad-d51a-484a-93f0-e9b7fcba0e4f" providerId="ADAL" clId="{52B8BD6A-E4AD-4EA3-9173-5E8CEA2027AD}" dt="2024-09-12T19:52:22.220" v="189" actId="47"/>
        <pc:sldMkLst>
          <pc:docMk/>
          <pc:sldMk cId="2194712446" sldId="262"/>
        </pc:sldMkLst>
      </pc:sldChg>
      <pc:sldChg chg="delSp modSp add del mod setBg delDesignElem">
        <pc:chgData name="Tom Maurer" userId="63e8d4ad-d51a-484a-93f0-e9b7fcba0e4f" providerId="ADAL" clId="{52B8BD6A-E4AD-4EA3-9173-5E8CEA2027AD}" dt="2024-09-12T20:12:32.845" v="533" actId="20577"/>
        <pc:sldMkLst>
          <pc:docMk/>
          <pc:sldMk cId="1217833227" sldId="263"/>
        </pc:sldMkLst>
      </pc:sldChg>
      <pc:sldChg chg="delSp modSp add del mod setBg delDesignElem">
        <pc:chgData name="Tom Maurer" userId="63e8d4ad-d51a-484a-93f0-e9b7fcba0e4f" providerId="ADAL" clId="{52B8BD6A-E4AD-4EA3-9173-5E8CEA2027AD}" dt="2024-09-12T20:13:06.300" v="542" actId="20577"/>
        <pc:sldMkLst>
          <pc:docMk/>
          <pc:sldMk cId="829943624" sldId="264"/>
        </pc:sldMkLst>
      </pc:sldChg>
      <pc:sldChg chg="del">
        <pc:chgData name="Tom Maurer" userId="63e8d4ad-d51a-484a-93f0-e9b7fcba0e4f" providerId="ADAL" clId="{52B8BD6A-E4AD-4EA3-9173-5E8CEA2027AD}" dt="2024-09-12T19:52:24.506" v="190" actId="47"/>
        <pc:sldMkLst>
          <pc:docMk/>
          <pc:sldMk cId="2541004291" sldId="265"/>
        </pc:sldMkLst>
      </pc:sldChg>
      <pc:sldChg chg="addSp modSp add mod setBg">
        <pc:chgData name="Tom Maurer" userId="63e8d4ad-d51a-484a-93f0-e9b7fcba0e4f" providerId="ADAL" clId="{52B8BD6A-E4AD-4EA3-9173-5E8CEA2027AD}" dt="2024-09-12T20:18:43.340" v="872" actId="403"/>
        <pc:sldMkLst>
          <pc:docMk/>
          <pc:sldMk cId="2891550272" sldId="266"/>
        </pc:sldMkLst>
      </pc:sldChg>
      <pc:sldChg chg="addSp delSp modSp add mod ord setBg addAnim delAnim">
        <pc:chgData name="Tom Maurer" userId="63e8d4ad-d51a-484a-93f0-e9b7fcba0e4f" providerId="ADAL" clId="{52B8BD6A-E4AD-4EA3-9173-5E8CEA2027AD}" dt="2024-09-12T20:24:32.593" v="1332"/>
        <pc:sldMkLst>
          <pc:docMk/>
          <pc:sldMk cId="2519568871" sldId="267"/>
        </pc:sldMkLst>
      </pc:sldChg>
      <pc:sldChg chg="addSp delSp modSp new mod setBg">
        <pc:chgData name="Tom Maurer" userId="63e8d4ad-d51a-484a-93f0-e9b7fcba0e4f" providerId="ADAL" clId="{52B8BD6A-E4AD-4EA3-9173-5E8CEA2027AD}" dt="2024-09-12T20:24:18.371" v="1330" actId="1076"/>
        <pc:sldMkLst>
          <pc:docMk/>
          <pc:sldMk cId="2116645579" sldId="268"/>
        </pc:sldMkLst>
      </pc:sldChg>
      <pc:sldChg chg="addSp modSp new mod">
        <pc:chgData name="Tom Maurer" userId="63e8d4ad-d51a-484a-93f0-e9b7fcba0e4f" providerId="ADAL" clId="{52B8BD6A-E4AD-4EA3-9173-5E8CEA2027AD}" dt="2024-09-12T20:30:19.137" v="1783" actId="207"/>
        <pc:sldMkLst>
          <pc:docMk/>
          <pc:sldMk cId="1196798817" sldId="269"/>
        </pc:sldMkLst>
      </pc:sldChg>
      <pc:sldChg chg="addSp delSp modSp new mod">
        <pc:chgData name="Tom Maurer" userId="63e8d4ad-d51a-484a-93f0-e9b7fcba0e4f" providerId="ADAL" clId="{52B8BD6A-E4AD-4EA3-9173-5E8CEA2027AD}" dt="2024-09-12T20:33:07.659" v="1956" actId="26606"/>
        <pc:sldMkLst>
          <pc:docMk/>
          <pc:sldMk cId="3789918346" sldId="270"/>
        </pc:sldMkLst>
      </pc:sldChg>
      <pc:sldChg chg="addSp modSp new mod">
        <pc:chgData name="Tom Maurer" userId="63e8d4ad-d51a-484a-93f0-e9b7fcba0e4f" providerId="ADAL" clId="{52B8BD6A-E4AD-4EA3-9173-5E8CEA2027AD}" dt="2024-09-12T20:55:44.834" v="2532" actId="14100"/>
        <pc:sldMkLst>
          <pc:docMk/>
          <pc:sldMk cId="2380442912" sldId="271"/>
        </pc:sldMkLst>
      </pc:sldChg>
      <pc:sldChg chg="modSp new mod">
        <pc:chgData name="Tom Maurer" userId="63e8d4ad-d51a-484a-93f0-e9b7fcba0e4f" providerId="ADAL" clId="{52B8BD6A-E4AD-4EA3-9173-5E8CEA2027AD}" dt="2024-09-12T20:11:43.605" v="522"/>
        <pc:sldMkLst>
          <pc:docMk/>
          <pc:sldMk cId="1140322438" sldId="272"/>
        </pc:sldMkLst>
      </pc:sldChg>
      <pc:sldChg chg="addSp modSp new mod setBg modNotesTx">
        <pc:chgData name="Tom Maurer" userId="63e8d4ad-d51a-484a-93f0-e9b7fcba0e4f" providerId="ADAL" clId="{52B8BD6A-E4AD-4EA3-9173-5E8CEA2027AD}" dt="2024-09-12T22:29:46.222" v="2937" actId="20577"/>
        <pc:sldMkLst>
          <pc:docMk/>
          <pc:sldMk cId="1895144742" sldId="273"/>
        </pc:sldMkLst>
      </pc:sldChg>
      <pc:sldChg chg="modSp new mod">
        <pc:chgData name="Tom Maurer" userId="63e8d4ad-d51a-484a-93f0-e9b7fcba0e4f" providerId="ADAL" clId="{52B8BD6A-E4AD-4EA3-9173-5E8CEA2027AD}" dt="2024-09-13T17:41:48.093" v="3847" actId="20577"/>
        <pc:sldMkLst>
          <pc:docMk/>
          <pc:sldMk cId="4142453992" sldId="274"/>
        </pc:sldMkLst>
      </pc:sldChg>
      <pc:sldChg chg="modSp new mod ord">
        <pc:chgData name="Tom Maurer" userId="63e8d4ad-d51a-484a-93f0-e9b7fcba0e4f" providerId="ADAL" clId="{52B8BD6A-E4AD-4EA3-9173-5E8CEA2027AD}" dt="2024-09-16T19:46:37.343" v="4266" actId="20577"/>
        <pc:sldMkLst>
          <pc:docMk/>
          <pc:sldMk cId="833373771" sldId="275"/>
        </pc:sldMkLst>
      </pc:sldChg>
      <pc:sldChg chg="new del">
        <pc:chgData name="Tom Maurer" userId="63e8d4ad-d51a-484a-93f0-e9b7fcba0e4f" providerId="ADAL" clId="{52B8BD6A-E4AD-4EA3-9173-5E8CEA2027AD}" dt="2024-09-16T19:44:19.574" v="4157" actId="47"/>
        <pc:sldMkLst>
          <pc:docMk/>
          <pc:sldMk cId="818621566" sldId="276"/>
        </pc:sldMkLst>
      </pc:sldChg>
    </pc:docChg>
  </pc:docChgLst>
  <pc:docChgLst>
    <pc:chgData name="Tom Maurer" userId="63e8d4ad-d51a-484a-93f0-e9b7fcba0e4f" providerId="ADAL" clId="{8887695A-633A-40A7-9541-B9F9F0407E4E}"/>
    <pc:docChg chg="delSld">
      <pc:chgData name="Tom Maurer" userId="63e8d4ad-d51a-484a-93f0-e9b7fcba0e4f" providerId="ADAL" clId="{8887695A-633A-40A7-9541-B9F9F0407E4E}" dt="2025-01-20T17:22:48.900" v="1" actId="47"/>
      <pc:docMkLst>
        <pc:docMk/>
      </pc:docMkLst>
      <pc:sldChg chg="del">
        <pc:chgData name="Tom Maurer" userId="63e8d4ad-d51a-484a-93f0-e9b7fcba0e4f" providerId="ADAL" clId="{8887695A-633A-40A7-9541-B9F9F0407E4E}" dt="2025-01-20T17:22:48.900" v="1" actId="47"/>
        <pc:sldMkLst>
          <pc:docMk/>
          <pc:sldMk cId="4142453992" sldId="274"/>
        </pc:sldMkLst>
      </pc:sldChg>
      <pc:sldChg chg="del">
        <pc:chgData name="Tom Maurer" userId="63e8d4ad-d51a-484a-93f0-e9b7fcba0e4f" providerId="ADAL" clId="{8887695A-633A-40A7-9541-B9F9F0407E4E}" dt="2025-01-20T17:22:44.953" v="0" actId="47"/>
        <pc:sldMkLst>
          <pc:docMk/>
          <pc:sldMk cId="833373771" sldId="275"/>
        </pc:sldMkLst>
      </pc:sldChg>
    </pc:docChg>
  </pc:docChgLst>
  <pc:docChgLst>
    <pc:chgData name="Tom Maurer" userId="63e8d4ad-d51a-484a-93f0-e9b7fcba0e4f" providerId="ADAL" clId="{028F2F38-132A-4975-8697-C24D68858CB3}"/>
    <pc:docChg chg="undo custSel addSld delSld modSld">
      <pc:chgData name="Tom Maurer" userId="63e8d4ad-d51a-484a-93f0-e9b7fcba0e4f" providerId="ADAL" clId="{028F2F38-132A-4975-8697-C24D68858CB3}" dt="2024-09-05T15:39:59.257" v="1509" actId="20577"/>
      <pc:docMkLst>
        <pc:docMk/>
      </pc:docMkLst>
      <pc:sldChg chg="modSp mod">
        <pc:chgData name="Tom Maurer" userId="63e8d4ad-d51a-484a-93f0-e9b7fcba0e4f" providerId="ADAL" clId="{028F2F38-132A-4975-8697-C24D68858CB3}" dt="2024-09-05T14:50:20.192" v="1" actId="20577"/>
        <pc:sldMkLst>
          <pc:docMk/>
          <pc:sldMk cId="1330967993" sldId="256"/>
        </pc:sldMkLst>
      </pc:sldChg>
      <pc:sldChg chg="modSp del mod">
        <pc:chgData name="Tom Maurer" userId="63e8d4ad-d51a-484a-93f0-e9b7fcba0e4f" providerId="ADAL" clId="{028F2F38-132A-4975-8697-C24D68858CB3}" dt="2024-09-05T14:50:35.266" v="3" actId="47"/>
        <pc:sldMkLst>
          <pc:docMk/>
          <pc:sldMk cId="323330893" sldId="257"/>
        </pc:sldMkLst>
      </pc:sldChg>
      <pc:sldChg chg="addSp delSp modSp mod">
        <pc:chgData name="Tom Maurer" userId="63e8d4ad-d51a-484a-93f0-e9b7fcba0e4f" providerId="ADAL" clId="{028F2F38-132A-4975-8697-C24D68858CB3}" dt="2024-09-05T15:01:10.134" v="661" actId="122"/>
        <pc:sldMkLst>
          <pc:docMk/>
          <pc:sldMk cId="1679553109" sldId="261"/>
        </pc:sldMkLst>
      </pc:sldChg>
      <pc:sldChg chg="addSp delSp modSp mod setBg setClrOvrMap">
        <pc:chgData name="Tom Maurer" userId="63e8d4ad-d51a-484a-93f0-e9b7fcba0e4f" providerId="ADAL" clId="{028F2F38-132A-4975-8697-C24D68858CB3}" dt="2024-09-05T15:10:48.927" v="876" actId="1036"/>
        <pc:sldMkLst>
          <pc:docMk/>
          <pc:sldMk cId="2194712446" sldId="262"/>
        </pc:sldMkLst>
      </pc:sldChg>
      <pc:sldChg chg="addSp delSp modSp mod">
        <pc:chgData name="Tom Maurer" userId="63e8d4ad-d51a-484a-93f0-e9b7fcba0e4f" providerId="ADAL" clId="{028F2F38-132A-4975-8697-C24D68858CB3}" dt="2024-09-05T15:28:54.010" v="1161" actId="478"/>
        <pc:sldMkLst>
          <pc:docMk/>
          <pc:sldMk cId="1217833227" sldId="263"/>
        </pc:sldMkLst>
      </pc:sldChg>
      <pc:sldChg chg="addSp delSp add del setBg delDesignElem">
        <pc:chgData name="Tom Maurer" userId="63e8d4ad-d51a-484a-93f0-e9b7fcba0e4f" providerId="ADAL" clId="{028F2F38-132A-4975-8697-C24D68858CB3}" dt="2024-09-05T15:29:07.887" v="1166"/>
        <pc:sldMkLst>
          <pc:docMk/>
          <pc:sldMk cId="537995467" sldId="264"/>
        </pc:sldMkLst>
      </pc:sldChg>
      <pc:sldChg chg="addSp delSp modSp add mod setBg delDesignElem">
        <pc:chgData name="Tom Maurer" userId="63e8d4ad-d51a-484a-93f0-e9b7fcba0e4f" providerId="ADAL" clId="{028F2F38-132A-4975-8697-C24D68858CB3}" dt="2024-09-05T15:37:02.646" v="1392" actId="1076"/>
        <pc:sldMkLst>
          <pc:docMk/>
          <pc:sldMk cId="829943624" sldId="264"/>
        </pc:sldMkLst>
      </pc:sldChg>
      <pc:sldChg chg="del">
        <pc:chgData name="Tom Maurer" userId="63e8d4ad-d51a-484a-93f0-e9b7fcba0e4f" providerId="ADAL" clId="{028F2F38-132A-4975-8697-C24D68858CB3}" dt="2024-09-05T15:27:16.985" v="1149" actId="47"/>
        <pc:sldMkLst>
          <pc:docMk/>
          <pc:sldMk cId="1884381967" sldId="264"/>
        </pc:sldMkLst>
      </pc:sldChg>
      <pc:sldChg chg="new del">
        <pc:chgData name="Tom Maurer" userId="63e8d4ad-d51a-484a-93f0-e9b7fcba0e4f" providerId="ADAL" clId="{028F2F38-132A-4975-8697-C24D68858CB3}" dt="2024-09-05T15:29:05.015" v="1163" actId="680"/>
        <pc:sldMkLst>
          <pc:docMk/>
          <pc:sldMk cId="2858079448" sldId="264"/>
        </pc:sldMkLst>
      </pc:sldChg>
      <pc:sldChg chg="addSp delSp modSp new mod modNotesTx">
        <pc:chgData name="Tom Maurer" userId="63e8d4ad-d51a-484a-93f0-e9b7fcba0e4f" providerId="ADAL" clId="{028F2F38-132A-4975-8697-C24D68858CB3}" dt="2024-09-05T15:39:59.257" v="1509" actId="20577"/>
        <pc:sldMkLst>
          <pc:docMk/>
          <pc:sldMk cId="2541004291" sldId="265"/>
        </pc:sldMkLst>
      </pc:sldChg>
      <pc:sldChg chg="del">
        <pc:chgData name="Tom Maurer" userId="63e8d4ad-d51a-484a-93f0-e9b7fcba0e4f" providerId="ADAL" clId="{028F2F38-132A-4975-8697-C24D68858CB3}" dt="2024-09-05T15:27:18.741" v="1150" actId="47"/>
        <pc:sldMkLst>
          <pc:docMk/>
          <pc:sldMk cId="3663277866" sldId="26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FB6639-D329-4FC5-B009-CFEDCE96B9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03CEA8-D951-4428-AC56-290B9BD7E541}">
      <dgm:prSet/>
      <dgm:spPr/>
      <dgm:t>
        <a:bodyPr/>
        <a:lstStyle/>
        <a:p>
          <a:r>
            <a:rPr lang="en-CA"/>
            <a:t>Widgets that allow ordered layouts</a:t>
          </a:r>
          <a:endParaRPr lang="en-US"/>
        </a:p>
      </dgm:t>
    </dgm:pt>
    <dgm:pt modelId="{ED690F85-4700-429A-BE27-6901112B70E0}" type="parTrans" cxnId="{91ED534D-AA2A-46AA-8619-6D60ED6BACD9}">
      <dgm:prSet/>
      <dgm:spPr/>
      <dgm:t>
        <a:bodyPr/>
        <a:lstStyle/>
        <a:p>
          <a:endParaRPr lang="en-US"/>
        </a:p>
      </dgm:t>
    </dgm:pt>
    <dgm:pt modelId="{AAA66764-3BCA-4E5C-A4F9-D70968A6DBFD}" type="sibTrans" cxnId="{91ED534D-AA2A-46AA-8619-6D60ED6BACD9}">
      <dgm:prSet/>
      <dgm:spPr/>
      <dgm:t>
        <a:bodyPr/>
        <a:lstStyle/>
        <a:p>
          <a:endParaRPr lang="en-US"/>
        </a:p>
      </dgm:t>
    </dgm:pt>
    <dgm:pt modelId="{3C441877-21E1-4BCE-8737-17E6947AB7E5}">
      <dgm:prSet/>
      <dgm:spPr/>
      <dgm:t>
        <a:bodyPr/>
        <a:lstStyle/>
        <a:p>
          <a:r>
            <a:rPr lang="en-CA"/>
            <a:t>Column is vertical</a:t>
          </a:r>
          <a:endParaRPr lang="en-US"/>
        </a:p>
      </dgm:t>
    </dgm:pt>
    <dgm:pt modelId="{96638B0F-0E46-486E-B1A3-4368A7D98DE4}" type="parTrans" cxnId="{0B72CE73-04B4-4413-89BF-BF297327B7DD}">
      <dgm:prSet/>
      <dgm:spPr/>
      <dgm:t>
        <a:bodyPr/>
        <a:lstStyle/>
        <a:p>
          <a:endParaRPr lang="en-US"/>
        </a:p>
      </dgm:t>
    </dgm:pt>
    <dgm:pt modelId="{818C78E7-1631-4E9A-A091-818673C6FD41}" type="sibTrans" cxnId="{0B72CE73-04B4-4413-89BF-BF297327B7DD}">
      <dgm:prSet/>
      <dgm:spPr/>
      <dgm:t>
        <a:bodyPr/>
        <a:lstStyle/>
        <a:p>
          <a:endParaRPr lang="en-US"/>
        </a:p>
      </dgm:t>
    </dgm:pt>
    <dgm:pt modelId="{4157ED1D-9F92-4C19-B636-91A523DCC211}">
      <dgm:prSet/>
      <dgm:spPr/>
      <dgm:t>
        <a:bodyPr/>
        <a:lstStyle/>
        <a:p>
          <a:r>
            <a:rPr lang="en-CA"/>
            <a:t>Row is horizontal</a:t>
          </a:r>
          <a:endParaRPr lang="en-US"/>
        </a:p>
      </dgm:t>
    </dgm:pt>
    <dgm:pt modelId="{86DE696C-3366-462F-B004-BBF9BB8D9F44}" type="parTrans" cxnId="{358D49CC-BE83-48F7-8EEC-D4B858E591D6}">
      <dgm:prSet/>
      <dgm:spPr/>
      <dgm:t>
        <a:bodyPr/>
        <a:lstStyle/>
        <a:p>
          <a:endParaRPr lang="en-US"/>
        </a:p>
      </dgm:t>
    </dgm:pt>
    <dgm:pt modelId="{C81211E0-63A2-4B80-AB64-DA5D7890B4B3}" type="sibTrans" cxnId="{358D49CC-BE83-48F7-8EEC-D4B858E591D6}">
      <dgm:prSet/>
      <dgm:spPr/>
      <dgm:t>
        <a:bodyPr/>
        <a:lstStyle/>
        <a:p>
          <a:endParaRPr lang="en-US"/>
        </a:p>
      </dgm:t>
    </dgm:pt>
    <dgm:pt modelId="{9F7C9DDC-CCF2-4EFA-A404-A1C08E7BC67F}">
      <dgm:prSet/>
      <dgm:spPr/>
      <dgm:t>
        <a:bodyPr/>
        <a:lstStyle/>
        <a:p>
          <a:r>
            <a:rPr lang="en-CA"/>
            <a:t>Stack allows you to overlay elements</a:t>
          </a:r>
          <a:endParaRPr lang="en-US"/>
        </a:p>
      </dgm:t>
    </dgm:pt>
    <dgm:pt modelId="{5F3DAA80-DFD0-4956-8AC8-2C6B0C91FE10}" type="parTrans" cxnId="{B804EDEA-3607-4080-9835-F4AAE9F9CD66}">
      <dgm:prSet/>
      <dgm:spPr/>
      <dgm:t>
        <a:bodyPr/>
        <a:lstStyle/>
        <a:p>
          <a:endParaRPr lang="en-US"/>
        </a:p>
      </dgm:t>
    </dgm:pt>
    <dgm:pt modelId="{0DDB769C-7138-4923-ADE3-05BC6994BC54}" type="sibTrans" cxnId="{B804EDEA-3607-4080-9835-F4AAE9F9CD66}">
      <dgm:prSet/>
      <dgm:spPr/>
      <dgm:t>
        <a:bodyPr/>
        <a:lstStyle/>
        <a:p>
          <a:endParaRPr lang="en-US"/>
        </a:p>
      </dgm:t>
    </dgm:pt>
    <dgm:pt modelId="{994C29E0-9299-403D-8EB9-82CE67E8F665}" type="pres">
      <dgm:prSet presAssocID="{E6FB6639-D329-4FC5-B009-CFEDCE96B95A}" presName="linear" presStyleCnt="0">
        <dgm:presLayoutVars>
          <dgm:animLvl val="lvl"/>
          <dgm:resizeHandles val="exact"/>
        </dgm:presLayoutVars>
      </dgm:prSet>
      <dgm:spPr/>
    </dgm:pt>
    <dgm:pt modelId="{716DAEBD-8B0F-4DE6-9F78-671069D4D565}" type="pres">
      <dgm:prSet presAssocID="{9D03CEA8-D951-4428-AC56-290B9BD7E5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86ACE84-FD0B-44EA-8282-6F14C47E51DB}" type="pres">
      <dgm:prSet presAssocID="{AAA66764-3BCA-4E5C-A4F9-D70968A6DBFD}" presName="spacer" presStyleCnt="0"/>
      <dgm:spPr/>
    </dgm:pt>
    <dgm:pt modelId="{23221D30-D7B5-4549-BD16-F2D8784171C3}" type="pres">
      <dgm:prSet presAssocID="{3C441877-21E1-4BCE-8737-17E6947AB7E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EFC2252-EB34-4BAF-AF39-3AFDD72340FF}" type="pres">
      <dgm:prSet presAssocID="{818C78E7-1631-4E9A-A091-818673C6FD41}" presName="spacer" presStyleCnt="0"/>
      <dgm:spPr/>
    </dgm:pt>
    <dgm:pt modelId="{782A0E5D-8210-4BE9-8BFF-D4D51394D45A}" type="pres">
      <dgm:prSet presAssocID="{4157ED1D-9F92-4C19-B636-91A523DCC21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C45CBF5-168B-4617-BD2D-FE19FA0285FA}" type="pres">
      <dgm:prSet presAssocID="{C81211E0-63A2-4B80-AB64-DA5D7890B4B3}" presName="spacer" presStyleCnt="0"/>
      <dgm:spPr/>
    </dgm:pt>
    <dgm:pt modelId="{959BFD72-349A-434B-BA9A-569A532C23FE}" type="pres">
      <dgm:prSet presAssocID="{9F7C9DDC-CCF2-4EFA-A404-A1C08E7BC67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DABC12A-D49E-4A5F-A7CE-5939B36113D5}" type="presOf" srcId="{9F7C9DDC-CCF2-4EFA-A404-A1C08E7BC67F}" destId="{959BFD72-349A-434B-BA9A-569A532C23FE}" srcOrd="0" destOrd="0" presId="urn:microsoft.com/office/officeart/2005/8/layout/vList2"/>
    <dgm:cxn modelId="{91ED534D-AA2A-46AA-8619-6D60ED6BACD9}" srcId="{E6FB6639-D329-4FC5-B009-CFEDCE96B95A}" destId="{9D03CEA8-D951-4428-AC56-290B9BD7E541}" srcOrd="0" destOrd="0" parTransId="{ED690F85-4700-429A-BE27-6901112B70E0}" sibTransId="{AAA66764-3BCA-4E5C-A4F9-D70968A6DBFD}"/>
    <dgm:cxn modelId="{0B72CE73-04B4-4413-89BF-BF297327B7DD}" srcId="{E6FB6639-D329-4FC5-B009-CFEDCE96B95A}" destId="{3C441877-21E1-4BCE-8737-17E6947AB7E5}" srcOrd="1" destOrd="0" parTransId="{96638B0F-0E46-486E-B1A3-4368A7D98DE4}" sibTransId="{818C78E7-1631-4E9A-A091-818673C6FD41}"/>
    <dgm:cxn modelId="{B7B4278B-168F-4EA9-A0E4-2F056343A2FF}" type="presOf" srcId="{9D03CEA8-D951-4428-AC56-290B9BD7E541}" destId="{716DAEBD-8B0F-4DE6-9F78-671069D4D565}" srcOrd="0" destOrd="0" presId="urn:microsoft.com/office/officeart/2005/8/layout/vList2"/>
    <dgm:cxn modelId="{66E32FB7-A047-407E-AD11-9FF057451731}" type="presOf" srcId="{3C441877-21E1-4BCE-8737-17E6947AB7E5}" destId="{23221D30-D7B5-4549-BD16-F2D8784171C3}" srcOrd="0" destOrd="0" presId="urn:microsoft.com/office/officeart/2005/8/layout/vList2"/>
    <dgm:cxn modelId="{358D49CC-BE83-48F7-8EEC-D4B858E591D6}" srcId="{E6FB6639-D329-4FC5-B009-CFEDCE96B95A}" destId="{4157ED1D-9F92-4C19-B636-91A523DCC211}" srcOrd="2" destOrd="0" parTransId="{86DE696C-3366-462F-B004-BBF9BB8D9F44}" sibTransId="{C81211E0-63A2-4B80-AB64-DA5D7890B4B3}"/>
    <dgm:cxn modelId="{4EF1DDD9-01D9-44CF-851D-3AB060A5CF16}" type="presOf" srcId="{E6FB6639-D329-4FC5-B009-CFEDCE96B95A}" destId="{994C29E0-9299-403D-8EB9-82CE67E8F665}" srcOrd="0" destOrd="0" presId="urn:microsoft.com/office/officeart/2005/8/layout/vList2"/>
    <dgm:cxn modelId="{A66CDBDE-4795-4D57-9D34-0D4D83DC5E60}" type="presOf" srcId="{4157ED1D-9F92-4C19-B636-91A523DCC211}" destId="{782A0E5D-8210-4BE9-8BFF-D4D51394D45A}" srcOrd="0" destOrd="0" presId="urn:microsoft.com/office/officeart/2005/8/layout/vList2"/>
    <dgm:cxn modelId="{B804EDEA-3607-4080-9835-F4AAE9F9CD66}" srcId="{E6FB6639-D329-4FC5-B009-CFEDCE96B95A}" destId="{9F7C9DDC-CCF2-4EFA-A404-A1C08E7BC67F}" srcOrd="3" destOrd="0" parTransId="{5F3DAA80-DFD0-4956-8AC8-2C6B0C91FE10}" sibTransId="{0DDB769C-7138-4923-ADE3-05BC6994BC54}"/>
    <dgm:cxn modelId="{9A14525E-AADE-4901-894C-2CAAFF43A6D5}" type="presParOf" srcId="{994C29E0-9299-403D-8EB9-82CE67E8F665}" destId="{716DAEBD-8B0F-4DE6-9F78-671069D4D565}" srcOrd="0" destOrd="0" presId="urn:microsoft.com/office/officeart/2005/8/layout/vList2"/>
    <dgm:cxn modelId="{B8E29FEA-9509-4B3F-A03B-CA6213770C3A}" type="presParOf" srcId="{994C29E0-9299-403D-8EB9-82CE67E8F665}" destId="{686ACE84-FD0B-44EA-8282-6F14C47E51DB}" srcOrd="1" destOrd="0" presId="urn:microsoft.com/office/officeart/2005/8/layout/vList2"/>
    <dgm:cxn modelId="{343E51E9-9E4B-4B19-8C74-4E18729159BE}" type="presParOf" srcId="{994C29E0-9299-403D-8EB9-82CE67E8F665}" destId="{23221D30-D7B5-4549-BD16-F2D8784171C3}" srcOrd="2" destOrd="0" presId="urn:microsoft.com/office/officeart/2005/8/layout/vList2"/>
    <dgm:cxn modelId="{3D6563D2-7BAF-4B0F-B952-2258E661796F}" type="presParOf" srcId="{994C29E0-9299-403D-8EB9-82CE67E8F665}" destId="{AEFC2252-EB34-4BAF-AF39-3AFDD72340FF}" srcOrd="3" destOrd="0" presId="urn:microsoft.com/office/officeart/2005/8/layout/vList2"/>
    <dgm:cxn modelId="{1A94B24B-9B01-478F-BCA0-A3441F29B929}" type="presParOf" srcId="{994C29E0-9299-403D-8EB9-82CE67E8F665}" destId="{782A0E5D-8210-4BE9-8BFF-D4D51394D45A}" srcOrd="4" destOrd="0" presId="urn:microsoft.com/office/officeart/2005/8/layout/vList2"/>
    <dgm:cxn modelId="{6E3F322F-6A0C-41DD-BA58-28205B681903}" type="presParOf" srcId="{994C29E0-9299-403D-8EB9-82CE67E8F665}" destId="{AC45CBF5-168B-4617-BD2D-FE19FA0285FA}" srcOrd="5" destOrd="0" presId="urn:microsoft.com/office/officeart/2005/8/layout/vList2"/>
    <dgm:cxn modelId="{8006B2A5-5DB6-44A1-856E-F48E5D2152AC}" type="presParOf" srcId="{994C29E0-9299-403D-8EB9-82CE67E8F665}" destId="{959BFD72-349A-434B-BA9A-569A532C23F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DAEBD-8B0F-4DE6-9F78-671069D4D565}">
      <dsp:nvSpPr>
        <dsp:cNvPr id="0" name=""/>
        <dsp:cNvSpPr/>
      </dsp:nvSpPr>
      <dsp:spPr>
        <a:xfrm>
          <a:off x="0" y="163010"/>
          <a:ext cx="8946541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/>
            <a:t>Widgets that allow ordered layouts</a:t>
          </a:r>
          <a:endParaRPr lang="en-US" sz="3700" kern="1200"/>
        </a:p>
      </dsp:txBody>
      <dsp:txXfrm>
        <a:off x="43321" y="206331"/>
        <a:ext cx="8859899" cy="800803"/>
      </dsp:txXfrm>
    </dsp:sp>
    <dsp:sp modelId="{23221D30-D7B5-4549-BD16-F2D8784171C3}">
      <dsp:nvSpPr>
        <dsp:cNvPr id="0" name=""/>
        <dsp:cNvSpPr/>
      </dsp:nvSpPr>
      <dsp:spPr>
        <a:xfrm>
          <a:off x="0" y="1157015"/>
          <a:ext cx="8946541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/>
            <a:t>Column is vertical</a:t>
          </a:r>
          <a:endParaRPr lang="en-US" sz="3700" kern="1200"/>
        </a:p>
      </dsp:txBody>
      <dsp:txXfrm>
        <a:off x="43321" y="1200336"/>
        <a:ext cx="8859899" cy="800803"/>
      </dsp:txXfrm>
    </dsp:sp>
    <dsp:sp modelId="{782A0E5D-8210-4BE9-8BFF-D4D51394D45A}">
      <dsp:nvSpPr>
        <dsp:cNvPr id="0" name=""/>
        <dsp:cNvSpPr/>
      </dsp:nvSpPr>
      <dsp:spPr>
        <a:xfrm>
          <a:off x="0" y="2151020"/>
          <a:ext cx="8946541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/>
            <a:t>Row is horizontal</a:t>
          </a:r>
          <a:endParaRPr lang="en-US" sz="3700" kern="1200"/>
        </a:p>
      </dsp:txBody>
      <dsp:txXfrm>
        <a:off x="43321" y="2194341"/>
        <a:ext cx="8859899" cy="800803"/>
      </dsp:txXfrm>
    </dsp:sp>
    <dsp:sp modelId="{959BFD72-349A-434B-BA9A-569A532C23FE}">
      <dsp:nvSpPr>
        <dsp:cNvPr id="0" name=""/>
        <dsp:cNvSpPr/>
      </dsp:nvSpPr>
      <dsp:spPr>
        <a:xfrm>
          <a:off x="0" y="3145025"/>
          <a:ext cx="8946541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/>
            <a:t>Stack allows you to overlay elements</a:t>
          </a:r>
          <a:endParaRPr lang="en-US" sz="3700" kern="1200"/>
        </a:p>
      </dsp:txBody>
      <dsp:txXfrm>
        <a:off x="43321" y="3188346"/>
        <a:ext cx="8859899" cy="800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5C460-BEB4-4007-87EE-4DE532DBFBB2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21EDD-3A98-4A29-9F21-362CDB9B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83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Frustrations with coding, assignment pressure, all is normal. Overwhelmed is normal, if you need help reach out.</a:t>
            </a:r>
          </a:p>
          <a:p>
            <a:endParaRPr lang="en-US" dirty="0"/>
          </a:p>
          <a:p>
            <a:r>
              <a:rPr lang="en-US" dirty="0"/>
              <a:t>Assignment 1 Due September 20</a:t>
            </a:r>
            <a:r>
              <a:rPr lang="en-US" baseline="30000" dirty="0"/>
              <a:t>th</a:t>
            </a:r>
            <a:r>
              <a:rPr lang="en-US" dirty="0"/>
              <a:t> (Friday)</a:t>
            </a:r>
          </a:p>
          <a:p>
            <a:endParaRPr lang="en-US" dirty="0"/>
          </a:p>
          <a:p>
            <a:r>
              <a:rPr lang="en-US" dirty="0"/>
              <a:t>When you are running your assignments make sure to run dart analyze and dart test. You should have no errors and </a:t>
            </a:r>
            <a:r>
              <a:rPr lang="en-US"/>
              <a:t>pass everything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549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c259f0d0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c259f0d0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Explain tree structure, draw it out on </a:t>
            </a:r>
            <a:r>
              <a:rPr lang="en-CA"/>
              <a:t>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576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97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5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74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13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28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86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42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37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2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79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098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28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54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42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50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73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4738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656751" y="1680379"/>
            <a:ext cx="566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047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0D7D66B-DB62-4E59-A0E9-775EEBAE6FE4}" type="datetimeFigureOut">
              <a:rPr lang="en-CA" smtClean="0"/>
              <a:t>2025-01-20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8544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ui/widgets/material" TargetMode="External"/><Relationship Id="rId2" Type="http://schemas.openxmlformats.org/officeDocument/2006/relationships/hyperlink" Target="https://docs.flutter.dev/ui/widge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i.flutter.dev/flutter/widgets/widgets-librar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3B63-26CE-A171-AA3C-D22BCC026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Flutter Stateless Widgets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08CB5-82BB-07A5-032A-EFF043ED7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DMIT 2504 Week 2 day 1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3096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62000"/>
                <a:hueMod val="108000"/>
                <a:satMod val="164000"/>
                <a:lumMod val="69000"/>
              </a:schemeClr>
              <a:schemeClr val="bg1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731151-418C-4F0C-BFEC-3E68137FF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0C6E5-7800-E2E2-1265-BA9366E5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7200"/>
              <a:t>Announcements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D25EAF-C5BE-4B57-A0E1-BA35B7C83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492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4" name="Freeform: Shape 10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</a:rPr>
              <a:t>Expectations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Late Assignments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Cheating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Be a good classmate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Don’t go to stupid sites in class 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Show up to class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C4F0-8297-1AA0-55CF-03DE5894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Recap: Create a Flutter Project</a:t>
            </a:r>
          </a:p>
        </p:txBody>
      </p:sp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01BF52CC-D3A2-17FB-A5AF-97FC2526AB36}"/>
              </a:ext>
            </a:extLst>
          </p:cNvPr>
          <p:cNvSpPr txBox="1">
            <a:spLocks/>
          </p:cNvSpPr>
          <p:nvPr/>
        </p:nvSpPr>
        <p:spPr>
          <a:xfrm>
            <a:off x="646113" y="2052918"/>
            <a:ext cx="4165146" cy="419548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dirty="0"/>
              <a:t>VS Code</a:t>
            </a:r>
          </a:p>
          <a:p>
            <a:r>
              <a:rPr lang="en-US" dirty="0"/>
              <a:t>Ctrl + shift + p</a:t>
            </a:r>
          </a:p>
          <a:p>
            <a:r>
              <a:rPr lang="en-US" dirty="0"/>
              <a:t>Flutter: New Project</a:t>
            </a:r>
          </a:p>
          <a:p>
            <a:r>
              <a:rPr lang="en-US" dirty="0"/>
              <a:t>Application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Terminal</a:t>
            </a:r>
          </a:p>
          <a:p>
            <a:r>
              <a:rPr lang="en-US" dirty="0"/>
              <a:t>Flutter create &lt;path to create in&gt;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A5AD6-B66A-9E4B-0597-86EF9BC25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0" y="5717525"/>
            <a:ext cx="5792007" cy="525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C14FA7-1888-8C16-F6DF-EF3EBF33B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1" y="1217084"/>
            <a:ext cx="5792008" cy="5636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8D3BE9-C7C9-E98E-627D-41A2D8062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1" y="1853248"/>
            <a:ext cx="5792008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3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C4F0-8297-1AA0-55CF-03DE5894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Recap: Run a flutter project</a:t>
            </a:r>
          </a:p>
        </p:txBody>
      </p:sp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01BF52CC-D3A2-17FB-A5AF-97FC2526AB36}"/>
              </a:ext>
            </a:extLst>
          </p:cNvPr>
          <p:cNvSpPr txBox="1">
            <a:spLocks/>
          </p:cNvSpPr>
          <p:nvPr/>
        </p:nvSpPr>
        <p:spPr>
          <a:xfrm>
            <a:off x="646113" y="2052918"/>
            <a:ext cx="4165146" cy="419548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dirty="0"/>
              <a:t>In VS Code</a:t>
            </a:r>
          </a:p>
          <a:p>
            <a:r>
              <a:rPr lang="en-US" dirty="0"/>
              <a:t>Ctrl + f5</a:t>
            </a:r>
          </a:p>
          <a:p>
            <a:r>
              <a:rPr lang="en-US" dirty="0"/>
              <a:t>F5</a:t>
            </a:r>
          </a:p>
          <a:p>
            <a:r>
              <a:rPr lang="en-US" dirty="0"/>
              <a:t>Using the sidebar</a:t>
            </a:r>
          </a:p>
          <a:p>
            <a:r>
              <a:rPr lang="en-US" dirty="0"/>
              <a:t>Reload in sidebar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In Terminal</a:t>
            </a:r>
          </a:p>
          <a:p>
            <a:r>
              <a:rPr lang="en-US" dirty="0"/>
              <a:t>flutter run</a:t>
            </a:r>
          </a:p>
          <a:p>
            <a:r>
              <a:rPr lang="en-US" dirty="0"/>
              <a:t>Reload with “r”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95EC0-C3F5-EC6D-ADAA-BCCE2A1D7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777" y="452718"/>
            <a:ext cx="1981477" cy="4153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FA1370-DAAF-97AC-8390-32F20190A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539" y="452718"/>
            <a:ext cx="2067213" cy="605874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590FBB-ED90-31EF-0195-780F6B4EC5CD}"/>
              </a:ext>
            </a:extLst>
          </p:cNvPr>
          <p:cNvSpPr/>
          <p:nvPr/>
        </p:nvSpPr>
        <p:spPr>
          <a:xfrm>
            <a:off x="9352648" y="1596092"/>
            <a:ext cx="313867" cy="3633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9943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22F7-2E55-734C-F241-A924D662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649" y="629266"/>
            <a:ext cx="5343203" cy="16419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is a widget?</a:t>
            </a:r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90290411-499B-F648-AD26-BCFF7C7621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826" r="14667" b="-1"/>
          <a:stretch/>
        </p:blipFill>
        <p:spPr>
          <a:xfrm>
            <a:off x="-1" y="10"/>
            <a:ext cx="4058949" cy="6857990"/>
          </a:xfrm>
          <a:prstGeom prst="rect">
            <a:avLst/>
          </a:prstGeom>
        </p:spPr>
      </p:pic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3859C4BF-A2A6-0703-464B-A9C61E09CAAE}"/>
              </a:ext>
            </a:extLst>
          </p:cNvPr>
          <p:cNvSpPr txBox="1">
            <a:spLocks/>
          </p:cNvSpPr>
          <p:nvPr/>
        </p:nvSpPr>
        <p:spPr>
          <a:xfrm>
            <a:off x="4706649" y="2033082"/>
            <a:ext cx="5945138" cy="4215318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2400" dirty="0"/>
              <a:t>Pretty much everything you see (and some things you don’t) in a flutter app is a widget</a:t>
            </a:r>
          </a:p>
          <a:p>
            <a:r>
              <a:rPr lang="en-US" sz="2400" dirty="0"/>
              <a:t>Visible elements</a:t>
            </a:r>
          </a:p>
          <a:p>
            <a:r>
              <a:rPr lang="en-US" sz="2400" dirty="0"/>
              <a:t>Layout elements</a:t>
            </a:r>
          </a:p>
          <a:p>
            <a:r>
              <a:rPr lang="en-US" sz="2400" dirty="0"/>
              <a:t>Functional elements</a:t>
            </a:r>
          </a:p>
        </p:txBody>
      </p:sp>
    </p:spTree>
    <p:extLst>
      <p:ext uri="{BB962C8B-B14F-4D97-AF65-F5344CB8AC3E}">
        <p14:creationId xmlns:p14="http://schemas.microsoft.com/office/powerpoint/2010/main" val="2891550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A4C0-5C34-C849-C248-285DC252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81" y="629266"/>
            <a:ext cx="4767471" cy="1641986"/>
          </a:xfrm>
        </p:spPr>
        <p:txBody>
          <a:bodyPr>
            <a:normAutofit/>
          </a:bodyPr>
          <a:lstStyle/>
          <a:p>
            <a:r>
              <a:rPr lang="en-CA" dirty="0"/>
              <a:t>The widget tree</a:t>
            </a:r>
          </a:p>
        </p:txBody>
      </p:sp>
      <p:pic>
        <p:nvPicPr>
          <p:cNvPr id="5" name="Picture 4" descr="Close-up of orchard in Canada">
            <a:extLst>
              <a:ext uri="{FF2B5EF4-FFF2-40B4-BE49-F238E27FC236}">
                <a16:creationId xmlns:a16="http://schemas.microsoft.com/office/drawing/2014/main" id="{9103F080-2EEE-147F-534F-F286A0A8D0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7" r="34782" b="-1"/>
          <a:stretch/>
        </p:blipFill>
        <p:spPr>
          <a:xfrm>
            <a:off x="-1" y="10"/>
            <a:ext cx="463468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6FBCA-0758-3FD1-76E6-01F8E5A60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2381" y="2438400"/>
            <a:ext cx="4767471" cy="380999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900"/>
              <a:t>All flutter apps are laid out in a tree structure</a:t>
            </a:r>
          </a:p>
          <a:p>
            <a:pPr>
              <a:lnSpc>
                <a:spcPct val="90000"/>
              </a:lnSpc>
            </a:pPr>
            <a:r>
              <a:rPr lang="en-CA" sz="1900"/>
              <a:t>Widgets can have children, and those widgets can have children and so on…</a:t>
            </a:r>
          </a:p>
          <a:p>
            <a:pPr>
              <a:lnSpc>
                <a:spcPct val="90000"/>
              </a:lnSpc>
            </a:pPr>
            <a:r>
              <a:rPr lang="en-CA" sz="1900"/>
              <a:t>Some widgets have a children property, accepting a list of widgets</a:t>
            </a:r>
          </a:p>
          <a:p>
            <a:pPr>
              <a:lnSpc>
                <a:spcPct val="90000"/>
              </a:lnSpc>
            </a:pPr>
            <a:r>
              <a:rPr lang="en-CA" sz="1900"/>
              <a:t>Other widgets have a child property, accepting only a single widget</a:t>
            </a:r>
          </a:p>
          <a:p>
            <a:pPr>
              <a:lnSpc>
                <a:spcPct val="90000"/>
              </a:lnSpc>
            </a:pPr>
            <a:r>
              <a:rPr lang="en-CA" sz="1900"/>
              <a:t>Others can’t have children and are self-contained</a:t>
            </a:r>
          </a:p>
        </p:txBody>
      </p:sp>
    </p:spTree>
    <p:extLst>
      <p:ext uri="{BB962C8B-B14F-4D97-AF65-F5344CB8AC3E}">
        <p14:creationId xmlns:p14="http://schemas.microsoft.com/office/powerpoint/2010/main" val="1895144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7">
            <a:extLst>
              <a:ext uri="{FF2B5EF4-FFF2-40B4-BE49-F238E27FC236}">
                <a16:creationId xmlns:a16="http://schemas.microsoft.com/office/drawing/2014/main" id="{0A01F2A2-AEDD-47DC-AFB5-B97CEB9A5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679BE-CAFB-76AB-AE73-5EE2D6DC6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Stateless Widgets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5AF5F3-AD0A-4EFA-854A-47C780F26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924298"/>
            <a:ext cx="12192417" cy="29337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E3D6D6C-E192-4135-B1DB-17C71EEBC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5" name="Google Shape;81;p16">
            <a:extLst>
              <a:ext uri="{FF2B5EF4-FFF2-40B4-BE49-F238E27FC236}">
                <a16:creationId xmlns:a16="http://schemas.microsoft.com/office/drawing/2014/main" id="{DEA3A294-E442-3DDB-6180-28BF65188832}"/>
              </a:ext>
            </a:extLst>
          </p:cNvPr>
          <p:cNvSpPr txBox="1">
            <a:spLocks/>
          </p:cNvSpPr>
          <p:nvPr/>
        </p:nvSpPr>
        <p:spPr>
          <a:xfrm>
            <a:off x="648931" y="2548281"/>
            <a:ext cx="5122606" cy="365868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The default widget does not have state – It is created and then stays the way it is</a:t>
            </a:r>
          </a:p>
          <a:p>
            <a:r>
              <a:rPr lang="en-US">
                <a:solidFill>
                  <a:schemeClr val="bg1"/>
                </a:solidFill>
              </a:rPr>
              <a:t>In flutter StatelessWidget is a class that Widgets can extend</a:t>
            </a:r>
          </a:p>
          <a:p>
            <a:r>
              <a:rPr lang="en-US">
                <a:solidFill>
                  <a:schemeClr val="bg1"/>
                </a:solidFill>
              </a:rPr>
              <a:t>Widgets all need a build function that returns a Widget and will be called to render the widget</a:t>
            </a:r>
          </a:p>
          <a:p>
            <a:r>
              <a:rPr lang="en-US">
                <a:solidFill>
                  <a:schemeClr val="bg1"/>
                </a:solidFill>
              </a:rPr>
              <a:t>Widgets should have constructors with a key parameter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1EE422-FFB5-A2C3-F170-432D867B6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362" y="3199513"/>
            <a:ext cx="5883613" cy="249775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16645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7224B-A9BE-00FF-5790-9B8452E4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MaterialApp</a:t>
            </a:r>
            <a:r>
              <a:rPr lang="en-CA" dirty="0"/>
              <a:t> and Scaffold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D48A9-19C0-79F8-97C5-345FB4D3F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90" y="2067035"/>
            <a:ext cx="4814346" cy="4195481"/>
          </a:xfrm>
        </p:spPr>
        <p:txBody>
          <a:bodyPr/>
          <a:lstStyle/>
          <a:p>
            <a:pPr marL="0" indent="0" algn="ctr">
              <a:buNone/>
            </a:pPr>
            <a:r>
              <a:rPr lang="en-CA" dirty="0" err="1">
                <a:solidFill>
                  <a:srgbClr val="92D050"/>
                </a:solidFill>
              </a:rPr>
              <a:t>MaterialApp</a:t>
            </a:r>
            <a:endParaRPr lang="en-CA" dirty="0">
              <a:solidFill>
                <a:srgbClr val="92D050"/>
              </a:solidFill>
            </a:endParaRPr>
          </a:p>
          <a:p>
            <a:r>
              <a:rPr lang="en-CA" dirty="0"/>
              <a:t>Defines an app using Material Design</a:t>
            </a:r>
          </a:p>
          <a:p>
            <a:r>
              <a:rPr lang="en-CA" dirty="0"/>
              <a:t>Can be passed a </a:t>
            </a:r>
            <a:r>
              <a:rPr lang="en-CA" dirty="0">
                <a:solidFill>
                  <a:srgbClr val="92D050"/>
                </a:solidFill>
              </a:rPr>
              <a:t>theme</a:t>
            </a:r>
            <a:r>
              <a:rPr lang="en-CA" dirty="0"/>
              <a:t> to style the whole app</a:t>
            </a:r>
          </a:p>
          <a:p>
            <a:r>
              <a:rPr lang="en-CA" dirty="0"/>
              <a:t>Should be the root widget of your application</a:t>
            </a:r>
          </a:p>
          <a:p>
            <a:r>
              <a:rPr lang="en-CA" dirty="0">
                <a:solidFill>
                  <a:srgbClr val="92D050"/>
                </a:solidFill>
              </a:rPr>
              <a:t>home</a:t>
            </a:r>
            <a:r>
              <a:rPr lang="en-CA" dirty="0"/>
              <a:t> property to define the main page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82F526-0AB4-A75A-4FE4-B8BAAE920138}"/>
              </a:ext>
            </a:extLst>
          </p:cNvPr>
          <p:cNvSpPr txBox="1">
            <a:spLocks/>
          </p:cNvSpPr>
          <p:nvPr/>
        </p:nvSpPr>
        <p:spPr>
          <a:xfrm>
            <a:off x="6022265" y="1991692"/>
            <a:ext cx="4814347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CA" dirty="0">
                <a:solidFill>
                  <a:srgbClr val="92D050"/>
                </a:solidFill>
              </a:rPr>
              <a:t>Scaffold</a:t>
            </a:r>
          </a:p>
          <a:p>
            <a:r>
              <a:rPr lang="en-US" dirty="0"/>
              <a:t>Implements the basic Material Design visual layout structure</a:t>
            </a:r>
          </a:p>
          <a:p>
            <a:r>
              <a:rPr lang="en-US" dirty="0" err="1">
                <a:solidFill>
                  <a:srgbClr val="92D050"/>
                </a:solidFill>
              </a:rPr>
              <a:t>appBar</a:t>
            </a:r>
            <a:r>
              <a:rPr lang="en-US" dirty="0"/>
              <a:t> property for the top bar</a:t>
            </a:r>
          </a:p>
          <a:p>
            <a:r>
              <a:rPr lang="en-US" dirty="0">
                <a:solidFill>
                  <a:srgbClr val="92D050"/>
                </a:solidFill>
              </a:rPr>
              <a:t>body</a:t>
            </a:r>
            <a:r>
              <a:rPr lang="en-US" dirty="0"/>
              <a:t> property for the main content</a:t>
            </a:r>
          </a:p>
          <a:p>
            <a:r>
              <a:rPr lang="en-US" dirty="0" err="1">
                <a:solidFill>
                  <a:srgbClr val="92D050"/>
                </a:solidFill>
              </a:rPr>
              <a:t>bottomNavigationBar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/>
              <a:t>property for navigating the app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9679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A37A-4AB9-93BA-DF45-C75833D7A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Column, Row, and Stack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A8511DC-5EB0-250E-7579-347A192B4B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9918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F5BB-A318-91F8-DFA3-3F5ECF5E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Text and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08731-B88A-FE4D-E6C2-C5F55916D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816" y="1853248"/>
            <a:ext cx="5199165" cy="4195481"/>
          </a:xfrm>
        </p:spPr>
        <p:txBody>
          <a:bodyPr/>
          <a:lstStyle/>
          <a:p>
            <a:r>
              <a:rPr lang="en-CA" dirty="0">
                <a:solidFill>
                  <a:srgbClr val="92D050"/>
                </a:solidFill>
              </a:rPr>
              <a:t>Text</a:t>
            </a:r>
            <a:r>
              <a:rPr lang="en-CA" dirty="0"/>
              <a:t> is a basic text widget</a:t>
            </a:r>
          </a:p>
          <a:p>
            <a:r>
              <a:rPr lang="en-CA" dirty="0"/>
              <a:t>Takes a string as the first argument</a:t>
            </a:r>
          </a:p>
          <a:p>
            <a:r>
              <a:rPr lang="en-CA" dirty="0"/>
              <a:t>The </a:t>
            </a:r>
            <a:r>
              <a:rPr lang="en-CA" dirty="0">
                <a:solidFill>
                  <a:srgbClr val="92D050"/>
                </a:solidFill>
              </a:rPr>
              <a:t>style</a:t>
            </a:r>
            <a:r>
              <a:rPr lang="en-CA" dirty="0"/>
              <a:t> property can be used with a </a:t>
            </a:r>
            <a:r>
              <a:rPr lang="en-CA" dirty="0" err="1">
                <a:solidFill>
                  <a:srgbClr val="92D050"/>
                </a:solidFill>
              </a:rPr>
              <a:t>TextStyle</a:t>
            </a:r>
            <a:r>
              <a:rPr lang="en-CA" dirty="0"/>
              <a:t> object to style the widget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B6F2D-4461-013C-4E48-08FB53AD2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09" y="3583199"/>
            <a:ext cx="3134162" cy="743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5AEF6-411A-5363-6658-016ED19E9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246" y="4742778"/>
            <a:ext cx="4775644" cy="664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BD3E0C-66DC-A78D-AE0B-DCCD34AEF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246" y="5536158"/>
            <a:ext cx="2546670" cy="102514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976FDA0-A0E7-0760-966D-88582675B4DF}"/>
              </a:ext>
            </a:extLst>
          </p:cNvPr>
          <p:cNvSpPr txBox="1">
            <a:spLocks/>
          </p:cNvSpPr>
          <p:nvPr/>
        </p:nvSpPr>
        <p:spPr>
          <a:xfrm>
            <a:off x="5845276" y="1853247"/>
            <a:ext cx="5199165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CA" dirty="0">
                <a:solidFill>
                  <a:srgbClr val="92D050"/>
                </a:solidFill>
              </a:rPr>
              <a:t>Image</a:t>
            </a:r>
            <a:r>
              <a:rPr lang="en-CA" dirty="0"/>
              <a:t> is a basic image widget</a:t>
            </a:r>
          </a:p>
          <a:p>
            <a:r>
              <a:rPr lang="en-CA" dirty="0"/>
              <a:t>You need to add the assets folder to your </a:t>
            </a:r>
            <a:r>
              <a:rPr lang="en-CA" dirty="0" err="1">
                <a:solidFill>
                  <a:srgbClr val="92D050"/>
                </a:solidFill>
              </a:rPr>
              <a:t>pubspec.yaml</a:t>
            </a:r>
            <a:endParaRPr lang="en-CA" dirty="0">
              <a:solidFill>
                <a:srgbClr val="92D050"/>
              </a:solidFill>
            </a:endParaRPr>
          </a:p>
          <a:p>
            <a:r>
              <a:rPr lang="en-CA" dirty="0"/>
              <a:t>You can use the image property with an </a:t>
            </a:r>
            <a:r>
              <a:rPr lang="en-CA" dirty="0" err="1">
                <a:solidFill>
                  <a:srgbClr val="92D050"/>
                </a:solidFill>
              </a:rPr>
              <a:t>AssetImage</a:t>
            </a:r>
            <a:endParaRPr lang="en-CA" dirty="0">
              <a:solidFill>
                <a:srgbClr val="92D050"/>
              </a:solidFill>
            </a:endParaRPr>
          </a:p>
          <a:p>
            <a:r>
              <a:rPr lang="en-CA" dirty="0"/>
              <a:t>You can also use the </a:t>
            </a:r>
            <a:r>
              <a:rPr lang="en-CA" dirty="0" err="1">
                <a:solidFill>
                  <a:srgbClr val="92D050"/>
                </a:solidFill>
              </a:rPr>
              <a:t>Image.asset</a:t>
            </a:r>
            <a:r>
              <a:rPr lang="en-CA" dirty="0">
                <a:solidFill>
                  <a:srgbClr val="92D050"/>
                </a:solidFill>
              </a:rPr>
              <a:t> </a:t>
            </a:r>
            <a:r>
              <a:rPr lang="en-CA" dirty="0"/>
              <a:t>factory constructor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E558D0-92CF-2C4C-3EA3-6F9798AEDB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45" y="4817855"/>
            <a:ext cx="5744377" cy="18290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2EA766E-DAB7-316B-A28A-B7E486DC7940}"/>
              </a:ext>
            </a:extLst>
          </p:cNvPr>
          <p:cNvSpPr/>
          <p:nvPr/>
        </p:nvSpPr>
        <p:spPr>
          <a:xfrm flipV="1">
            <a:off x="646112" y="6135328"/>
            <a:ext cx="1516985" cy="4050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0442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70" name="Oval 69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822F7-2E55-734C-F241-A924D662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4752399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100"/>
              <a:t>How would you layout this app?</a:t>
            </a:r>
          </a:p>
        </p:txBody>
      </p:sp>
      <p:sp>
        <p:nvSpPr>
          <p:cNvPr id="74" name="Freeform 7">
            <a:extLst>
              <a:ext uri="{FF2B5EF4-FFF2-40B4-BE49-F238E27FC236}">
                <a16:creationId xmlns:a16="http://schemas.microsoft.com/office/drawing/2014/main" id="{897D890B-9AFB-4A90-9960-C92E65728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2449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8ED2387-9C78-40F9-B794-A735DCB3A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0109" y="0"/>
            <a:ext cx="49918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 5">
            <a:extLst>
              <a:ext uri="{FF2B5EF4-FFF2-40B4-BE49-F238E27FC236}">
                <a16:creationId xmlns:a16="http://schemas.microsoft.com/office/drawing/2014/main" id="{477FCF5B-12FA-4ED2-B449-20BD744A7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539006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780B2A6-1181-456F-8B6E-AD86960CD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A0798-3C24-93CE-302D-BD36AEFE01C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7412"/>
          <a:stretch/>
        </p:blipFill>
        <p:spPr>
          <a:xfrm>
            <a:off x="7765039" y="570703"/>
            <a:ext cx="3675414" cy="579980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19568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2B629-7143-3F4B-6ED6-0A5377B8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to find other widgets?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20D78-2FA7-1191-6FBD-76883EA99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hlinkClick r:id="rId2"/>
              </a:rPr>
              <a:t>https://docs.flutter.dev/ui/widgets</a:t>
            </a:r>
            <a:endParaRPr lang="en-CA" dirty="0"/>
          </a:p>
          <a:p>
            <a:r>
              <a:rPr lang="en-CA" dirty="0">
                <a:hlinkClick r:id="rId3"/>
              </a:rPr>
              <a:t>https://docs.flutter.dev/ui/widgets/material</a:t>
            </a:r>
            <a:endParaRPr lang="en-CA" dirty="0"/>
          </a:p>
          <a:p>
            <a:r>
              <a:rPr lang="en-CA" dirty="0">
                <a:hlinkClick r:id="rId4"/>
              </a:rPr>
              <a:t>https://api.flutter.dev/flutter/widgets/widgets-library.html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03224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345</TotalTime>
  <Words>501</Words>
  <Application>Microsoft Office PowerPoint</Application>
  <PresentationFormat>Widescreen</PresentationFormat>
  <Paragraphs>82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Century Gothic</vt:lpstr>
      <vt:lpstr>Wingdings 3</vt:lpstr>
      <vt:lpstr>Ion</vt:lpstr>
      <vt:lpstr>Flutter Stateless Widgets</vt:lpstr>
      <vt:lpstr>Announcements</vt:lpstr>
      <vt:lpstr>Expectations</vt:lpstr>
      <vt:lpstr>Recap: Create a Flutter Project</vt:lpstr>
      <vt:lpstr>Recap: Run a flutter project</vt:lpstr>
      <vt:lpstr>What is a widget?</vt:lpstr>
      <vt:lpstr>The widget tree</vt:lpstr>
      <vt:lpstr>Stateless Widgets</vt:lpstr>
      <vt:lpstr>MaterialApp and Scaffold</vt:lpstr>
      <vt:lpstr>Column, Row, and Stack</vt:lpstr>
      <vt:lpstr>Text and Image</vt:lpstr>
      <vt:lpstr>How would you layout this app?</vt:lpstr>
      <vt:lpstr>Where to find other widgets?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Maurer</dc:creator>
  <cp:lastModifiedBy>Tom Maurer</cp:lastModifiedBy>
  <cp:revision>1</cp:revision>
  <dcterms:created xsi:type="dcterms:W3CDTF">2024-08-30T16:20:47Z</dcterms:created>
  <dcterms:modified xsi:type="dcterms:W3CDTF">2025-01-20T17:22:49Z</dcterms:modified>
</cp:coreProperties>
</file>