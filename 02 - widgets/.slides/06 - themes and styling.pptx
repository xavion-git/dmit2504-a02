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2C10ED-5225-47BC-8AFC-CEBD301F6A16}" v="8" dt="2024-09-12T22:17:43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72" autoAdjust="0"/>
  </p:normalViewPr>
  <p:slideViewPr>
    <p:cSldViewPr snapToGrid="0">
      <p:cViewPr varScale="1">
        <p:scale>
          <a:sx n="97" d="100"/>
          <a:sy n="97" d="100"/>
        </p:scale>
        <p:origin x="3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Maurer" userId="63e8d4ad-d51a-484a-93f0-e9b7fcba0e4f" providerId="ADAL" clId="{36ECCD20-A8A9-4C55-AC19-48082CA8DF99}"/>
    <pc:docChg chg="undo custSel addSld modSld sldOrd">
      <pc:chgData name="Tom Maurer" userId="63e8d4ad-d51a-484a-93f0-e9b7fcba0e4f" providerId="ADAL" clId="{36ECCD20-A8A9-4C55-AC19-48082CA8DF99}" dt="2024-08-30T17:47:44.101" v="2107" actId="14100"/>
      <pc:docMkLst>
        <pc:docMk/>
      </pc:docMkLst>
      <pc:sldChg chg="modSp new mod">
        <pc:chgData name="Tom Maurer" userId="63e8d4ad-d51a-484a-93f0-e9b7fcba0e4f" providerId="ADAL" clId="{36ECCD20-A8A9-4C55-AC19-48082CA8DF99}" dt="2024-08-30T16:21:14.245" v="55" actId="20577"/>
        <pc:sldMkLst>
          <pc:docMk/>
          <pc:sldMk cId="1330967993" sldId="256"/>
        </pc:sldMkLst>
        <pc:spChg chg="mod">
          <ac:chgData name="Tom Maurer" userId="63e8d4ad-d51a-484a-93f0-e9b7fcba0e4f" providerId="ADAL" clId="{36ECCD20-A8A9-4C55-AC19-48082CA8DF99}" dt="2024-08-30T16:21:06.989" v="25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36ECCD20-A8A9-4C55-AC19-48082CA8DF99}" dt="2024-08-30T16:21:14.245" v="55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addSp delSp modSp new mod setBg setClrOvrMap">
        <pc:chgData name="Tom Maurer" userId="63e8d4ad-d51a-484a-93f0-e9b7fcba0e4f" providerId="ADAL" clId="{36ECCD20-A8A9-4C55-AC19-48082CA8DF99}" dt="2024-08-30T16:53:18.981" v="178" actId="26606"/>
        <pc:sldMkLst>
          <pc:docMk/>
          <pc:sldMk cId="323330893" sldId="257"/>
        </pc:sldMkLst>
        <pc:spChg chg="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" creationId="{83342110-3FAD-CC97-F8DA-5B0B0C84F635}"/>
          </ac:spMkLst>
        </pc:spChg>
        <pc:spChg chg="add del 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3" creationId="{DFB90E10-C5C0-3D61-7A10-BA87FE9A79A1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8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9" creationId="{613C9C0A-47AD-49A5-838A-A43281BDCDA3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0" creationId="{C943A91B-7CA7-4592-A975-73B1BF8C4C7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1" creationId="{79507746-2C84-4EB6-B021-47E52891065D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2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3" creationId="{7B0D28F5-B926-4D9B-9413-91E73A4C62EE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4" creationId="{6A681326-1C9D-44A3-A627-3871BDAE412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5" creationId="{2B3D24C5-CE61-47C8-A0D0-C767528D128F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7" creationId="{D8B9538A-2A89-47DD-996C-7D2BE2AB6CA0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8" creationId="{E625979B-5325-4898-8EF9-5C174B19218E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9" creationId="{34B22E2B-30D5-47A4-97C5-091EA1ABC728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20" creationId="{9B6DA3CD-A002-40ED-8194-B4E637BD7669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3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4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5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6" creationId="{6A681326-1C9D-44A3-A627-3871BDAE412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7" creationId="{DFB90E10-C5C0-3D61-7A10-BA87FE9A79A1}"/>
          </ac:spMkLst>
        </pc:spChg>
        <pc:graphicFrameChg chg="add del">
          <ac:chgData name="Tom Maurer" userId="63e8d4ad-d51a-484a-93f0-e9b7fcba0e4f" providerId="ADAL" clId="{36ECCD20-A8A9-4C55-AC19-48082CA8DF99}" dt="2024-08-30T16:53:16.533" v="175" actId="26606"/>
          <ac:graphicFrameMkLst>
            <pc:docMk/>
            <pc:sldMk cId="323330893" sldId="257"/>
            <ac:graphicFrameMk id="5" creationId="{00BF97FB-C79E-DB21-08D4-F3D94031261B}"/>
          </ac:graphicFrameMkLst>
        </pc:graphicFrameChg>
        <pc:graphicFrameChg chg="add del">
          <ac:chgData name="Tom Maurer" userId="63e8d4ad-d51a-484a-93f0-e9b7fcba0e4f" providerId="ADAL" clId="{36ECCD20-A8A9-4C55-AC19-48082CA8DF99}" dt="2024-08-30T16:53:18.970" v="177" actId="26606"/>
          <ac:graphicFrameMkLst>
            <pc:docMk/>
            <pc:sldMk cId="323330893" sldId="257"/>
            <ac:graphicFrameMk id="21" creationId="{F6F7A19F-BDF1-ECF2-5C59-557FFCD76856}"/>
          </ac:graphicFrameMkLst>
        </pc:graphicFrameChg>
      </pc:sldChg>
      <pc:sldChg chg="addSp modSp add mod ord setBg setClrOvrMap">
        <pc:chgData name="Tom Maurer" userId="63e8d4ad-d51a-484a-93f0-e9b7fcba0e4f" providerId="ADAL" clId="{36ECCD20-A8A9-4C55-AC19-48082CA8DF99}" dt="2024-08-30T16:53:24.001" v="179" actId="20577"/>
        <pc:sldMkLst>
          <pc:docMk/>
          <pc:sldMk cId="0" sldId="259"/>
        </pc:sldMkLst>
        <pc:spChg chg="mod">
          <ac:chgData name="Tom Maurer" userId="63e8d4ad-d51a-484a-93f0-e9b7fcba0e4f" providerId="ADAL" clId="{36ECCD20-A8A9-4C55-AC19-48082CA8DF99}" dt="2024-08-30T16:53:24.001" v="179" actId="20577"/>
          <ac:spMkLst>
            <pc:docMk/>
            <pc:sldMk cId="0" sldId="259"/>
            <ac:spMk id="80" creationId="{00000000-0000-0000-0000-000000000000}"/>
          </ac:spMkLst>
        </pc:spChg>
        <pc:spChg chg="mo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81" creationId="{00000000-0000-0000-0000-000000000000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0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6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8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0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2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4" creationId="{6A681326-1C9D-44A3-A627-3871BDAE4127}"/>
          </ac:spMkLst>
        </pc:sp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6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8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2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4" creationId="{A8BC9CC6-50D5-4C61-9EDE-315A1B5F14E4}"/>
          </ac:picMkLst>
        </pc:picChg>
      </pc:sldChg>
      <pc:sldChg chg="addSp delSp modSp new mod ord setBg setClrOvrMap">
        <pc:chgData name="Tom Maurer" userId="63e8d4ad-d51a-484a-93f0-e9b7fcba0e4f" providerId="ADAL" clId="{36ECCD20-A8A9-4C55-AC19-48082CA8DF99}" dt="2024-08-30T16:50:59.536" v="170" actId="26606"/>
        <pc:sldMkLst>
          <pc:docMk/>
          <pc:sldMk cId="4008492965" sldId="260"/>
        </pc:sldMkLst>
        <pc:spChg chg="mo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" creationId="{AF30C6E5-7800-E2E2-1265-BA9366E54E3A}"/>
          </ac:spMkLst>
        </pc:spChg>
        <pc:spChg chg="del">
          <ac:chgData name="Tom Maurer" userId="63e8d4ad-d51a-484a-93f0-e9b7fcba0e4f" providerId="ADAL" clId="{36ECCD20-A8A9-4C55-AC19-48082CA8DF99}" dt="2024-08-30T16:50:51.467" v="169" actId="478"/>
          <ac:spMkLst>
            <pc:docMk/>
            <pc:sldMk cId="4008492965" sldId="260"/>
            <ac:spMk id="3" creationId="{72A71DF0-EEC8-7FA8-A33B-E7B54D079FB3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1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7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9" creationId="{2B731151-418C-4F0C-BFEC-3E68137FF0E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1" creationId="{41D25EAF-C5BE-4B57-A0E1-BA35B7C83F54}"/>
          </ac:spMkLst>
        </pc:sp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7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9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3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5" creationId="{A8BC9CC6-50D5-4C61-9EDE-315A1B5F14E4}"/>
          </ac:picMkLst>
        </pc:picChg>
      </pc:sldChg>
      <pc:sldChg chg="addSp delSp modSp new mod">
        <pc:chgData name="Tom Maurer" userId="63e8d4ad-d51a-484a-93f0-e9b7fcba0e4f" providerId="ADAL" clId="{36ECCD20-A8A9-4C55-AC19-48082CA8DF99}" dt="2024-08-30T17:00:59.144" v="339"/>
        <pc:sldMkLst>
          <pc:docMk/>
          <pc:sldMk cId="1679553109" sldId="261"/>
        </pc:sldMkLst>
        <pc:spChg chg="mod">
          <ac:chgData name="Tom Maurer" userId="63e8d4ad-d51a-484a-93f0-e9b7fcba0e4f" providerId="ADAL" clId="{36ECCD20-A8A9-4C55-AC19-48082CA8DF99}" dt="2024-08-30T16:53:40.734" v="219" actId="20577"/>
          <ac:spMkLst>
            <pc:docMk/>
            <pc:sldMk cId="1679553109" sldId="261"/>
            <ac:spMk id="2" creationId="{6E0822F7-2E55-734C-F241-A924D662A3B6}"/>
          </ac:spMkLst>
        </pc:spChg>
        <pc:spChg chg="del">
          <ac:chgData name="Tom Maurer" userId="63e8d4ad-d51a-484a-93f0-e9b7fcba0e4f" providerId="ADAL" clId="{36ECCD20-A8A9-4C55-AC19-48082CA8DF99}" dt="2024-08-30T16:56:57.208" v="220" actId="478"/>
          <ac:spMkLst>
            <pc:docMk/>
            <pc:sldMk cId="1679553109" sldId="261"/>
            <ac:spMk id="3" creationId="{BD18BA38-1D54-66B6-BF02-36A35E1CB3BB}"/>
          </ac:spMkLst>
        </pc:spChg>
        <pc:spChg chg="add mod">
          <ac:chgData name="Tom Maurer" userId="63e8d4ad-d51a-484a-93f0-e9b7fcba0e4f" providerId="ADAL" clId="{36ECCD20-A8A9-4C55-AC19-48082CA8DF99}" dt="2024-08-30T16:57:40.316" v="233" actId="14100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36ECCD20-A8A9-4C55-AC19-48082CA8DF99}" dt="2024-08-30T16:58:10.113" v="250" actId="1076"/>
          <ac:spMkLst>
            <pc:docMk/>
            <pc:sldMk cId="1679553109" sldId="261"/>
            <ac:spMk id="10" creationId="{BB4E29D2-C0C0-D60C-6457-DD3D433DE54A}"/>
          </ac:spMkLst>
        </pc:spChg>
        <pc:spChg chg="add mod">
          <ac:chgData name="Tom Maurer" userId="63e8d4ad-d51a-484a-93f0-e9b7fcba0e4f" providerId="ADAL" clId="{36ECCD20-A8A9-4C55-AC19-48082CA8DF99}" dt="2024-08-30T16:59:07.756" v="254" actId="208"/>
          <ac:spMkLst>
            <pc:docMk/>
            <pc:sldMk cId="1679553109" sldId="261"/>
            <ac:spMk id="11" creationId="{2F363A43-113D-8CFC-A563-4EABCA048737}"/>
          </ac:spMkLst>
        </pc:spChg>
        <pc:spChg chg="add mod">
          <ac:chgData name="Tom Maurer" userId="63e8d4ad-d51a-484a-93f0-e9b7fcba0e4f" providerId="ADAL" clId="{36ECCD20-A8A9-4C55-AC19-48082CA8DF99}" dt="2024-08-30T16:59:46.227" v="308" actId="14100"/>
          <ac:spMkLst>
            <pc:docMk/>
            <pc:sldMk cId="1679553109" sldId="261"/>
            <ac:spMk id="16" creationId="{4AA578E5-5DE5-4E32-DDCA-C9E85C6C48DA}"/>
          </ac:spMkLst>
        </pc:spChg>
        <pc:spChg chg="add del mod">
          <ac:chgData name="Tom Maurer" userId="63e8d4ad-d51a-484a-93f0-e9b7fcba0e4f" providerId="ADAL" clId="{36ECCD20-A8A9-4C55-AC19-48082CA8DF99}" dt="2024-08-30T16:59:57.072" v="311" actId="478"/>
          <ac:spMkLst>
            <pc:docMk/>
            <pc:sldMk cId="1679553109" sldId="261"/>
            <ac:spMk id="17" creationId="{7D9C276E-BA3F-530F-6062-FCE7622CA987}"/>
          </ac:spMkLst>
        </pc:spChg>
        <pc:spChg chg="add mod">
          <ac:chgData name="Tom Maurer" userId="63e8d4ad-d51a-484a-93f0-e9b7fcba0e4f" providerId="ADAL" clId="{36ECCD20-A8A9-4C55-AC19-48082CA8DF99}" dt="2024-08-30T17:00:09.190" v="315" actId="208"/>
          <ac:spMkLst>
            <pc:docMk/>
            <pc:sldMk cId="1679553109" sldId="261"/>
            <ac:spMk id="18" creationId="{319D36AA-A3CF-B238-CF35-B13DDBB78A62}"/>
          </ac:spMkLst>
        </pc:spChg>
        <pc:spChg chg="add mod">
          <ac:chgData name="Tom Maurer" userId="63e8d4ad-d51a-484a-93f0-e9b7fcba0e4f" providerId="ADAL" clId="{36ECCD20-A8A9-4C55-AC19-48082CA8DF99}" dt="2024-08-30T17:00:52.468" v="338" actId="1076"/>
          <ac:spMkLst>
            <pc:docMk/>
            <pc:sldMk cId="1679553109" sldId="261"/>
            <ac:spMk id="24" creationId="{3ED0E233-9DF0-BB73-9C12-A8F6CC4BC768}"/>
          </ac:spMkLst>
        </pc:spChg>
        <pc:picChg chg="add mod">
          <ac:chgData name="Tom Maurer" userId="63e8d4ad-d51a-484a-93f0-e9b7fcba0e4f" providerId="ADAL" clId="{36ECCD20-A8A9-4C55-AC19-48082CA8DF99}" dt="2024-08-30T16:57:08.010" v="227" actId="1076"/>
          <ac:picMkLst>
            <pc:docMk/>
            <pc:sldMk cId="1679553109" sldId="261"/>
            <ac:picMk id="5" creationId="{A5F7F69C-A809-AE66-8336-5D66C6417C4B}"/>
          </ac:picMkLst>
        </pc:picChg>
        <pc:cxnChg chg="add mod">
          <ac:chgData name="Tom Maurer" userId="63e8d4ad-d51a-484a-93f0-e9b7fcba0e4f" providerId="ADAL" clId="{36ECCD20-A8A9-4C55-AC19-48082CA8DF99}" dt="2024-08-30T16:57:59.075" v="237" actId="14100"/>
          <ac:cxnSpMkLst>
            <pc:docMk/>
            <pc:sldMk cId="1679553109" sldId="261"/>
            <ac:cxnSpMk id="8" creationId="{11D6C71B-3F8D-78AD-542C-C420E73F835A}"/>
          </ac:cxnSpMkLst>
        </pc:cxnChg>
        <pc:cxnChg chg="add mod">
          <ac:chgData name="Tom Maurer" userId="63e8d4ad-d51a-484a-93f0-e9b7fcba0e4f" providerId="ADAL" clId="{36ECCD20-A8A9-4C55-AC19-48082CA8DF99}" dt="2024-08-30T16:59:17.772" v="260" actId="208"/>
          <ac:cxnSpMkLst>
            <pc:docMk/>
            <pc:sldMk cId="1679553109" sldId="261"/>
            <ac:cxnSpMk id="12" creationId="{E36FF68C-8224-7205-986B-EA0FDFE14726}"/>
          </ac:cxnSpMkLst>
        </pc:cxnChg>
        <pc:cxnChg chg="add mod">
          <ac:chgData name="Tom Maurer" userId="63e8d4ad-d51a-484a-93f0-e9b7fcba0e4f" providerId="ADAL" clId="{36ECCD20-A8A9-4C55-AC19-48082CA8DF99}" dt="2024-08-30T17:00:26.571" v="322" actId="14100"/>
          <ac:cxnSpMkLst>
            <pc:docMk/>
            <pc:sldMk cId="1679553109" sldId="261"/>
            <ac:cxnSpMk id="19" creationId="{C32B9307-593F-3844-FA0B-DE7703860FF0}"/>
          </ac:cxnSpMkLst>
        </pc:cxnChg>
        <pc:cxnChg chg="add mod">
          <ac:chgData name="Tom Maurer" userId="63e8d4ad-d51a-484a-93f0-e9b7fcba0e4f" providerId="ADAL" clId="{36ECCD20-A8A9-4C55-AC19-48082CA8DF99}" dt="2024-08-30T17:00:59.144" v="339"/>
          <ac:cxnSpMkLst>
            <pc:docMk/>
            <pc:sldMk cId="1679553109" sldId="261"/>
            <ac:cxnSpMk id="25" creationId="{BAEBAE63-967D-F242-5B7F-F2DB2C48DC79}"/>
          </ac:cxnSpMkLst>
        </pc:cxnChg>
      </pc:sldChg>
      <pc:sldChg chg="addSp delSp modSp add mod setBg setClrOvrMap">
        <pc:chgData name="Tom Maurer" userId="63e8d4ad-d51a-484a-93f0-e9b7fcba0e4f" providerId="ADAL" clId="{36ECCD20-A8A9-4C55-AC19-48082CA8DF99}" dt="2024-08-30T17:12:27.562" v="1321" actId="20577"/>
        <pc:sldMkLst>
          <pc:docMk/>
          <pc:sldMk cId="2194712446" sldId="262"/>
        </pc:sldMkLst>
        <pc:spChg chg="mo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" creationId="{6E0822F7-2E55-734C-F241-A924D662A3B6}"/>
          </ac:spMkLst>
        </pc:spChg>
        <pc:spChg chg="add mod">
          <ac:chgData name="Tom Maurer" userId="63e8d4ad-d51a-484a-93f0-e9b7fcba0e4f" providerId="ADAL" clId="{36ECCD20-A8A9-4C55-AC19-48082CA8DF99}" dt="2024-08-30T17:12:27.562" v="1321" actId="20577"/>
          <ac:spMkLst>
            <pc:docMk/>
            <pc:sldMk cId="2194712446" sldId="262"/>
            <ac:spMk id="3" creationId="{61DAA013-88AE-1D83-B18E-68C101614659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6" creationId="{52823A96-FBF4-4BE3-8C16-EBE2A5B4D1DB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7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9" creationId="{C943A91B-7CA7-4592-A975-73B1BF8C4C74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0" creationId="{BB4E29D2-C0C0-D60C-6457-DD3D433DE54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1" creationId="{2F363A43-113D-8CFC-A563-4EABCA04873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3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4" creationId="{6A681326-1C9D-44A3-A627-3871BDAE4127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6" creationId="{4AA578E5-5DE5-4E32-DDCA-C9E85C6C48DA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8" creationId="{319D36AA-A3CF-B238-CF35-B13DDBB78A62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0" creationId="{BB237A14-61B1-4C00-A670-5D8D68A8668E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1" creationId="{8598F259-6F54-47A3-8D13-1603D786A328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2" creationId="{0BA768A8-4FED-4ED8-9E46-6BE72188ECD2}"/>
          </ac:spMkLst>
        </pc:spChg>
        <pc:spChg chg="del mod">
          <ac:chgData name="Tom Maurer" userId="63e8d4ad-d51a-484a-93f0-e9b7fcba0e4f" providerId="ADAL" clId="{36ECCD20-A8A9-4C55-AC19-48082CA8DF99}" dt="2024-08-30T17:01:23.952" v="364" actId="478"/>
          <ac:spMkLst>
            <pc:docMk/>
            <pc:sldMk cId="2194712446" sldId="262"/>
            <ac:spMk id="24" creationId="{3ED0E233-9DF0-BB73-9C12-A8F6CC4BC768}"/>
          </ac:spMkLst>
        </pc:spChg>
        <pc:picChg chg="del">
          <ac:chgData name="Tom Maurer" userId="63e8d4ad-d51a-484a-93f0-e9b7fcba0e4f" providerId="ADAL" clId="{36ECCD20-A8A9-4C55-AC19-48082CA8DF99}" dt="2024-08-30T17:01:14.262" v="359" actId="478"/>
          <ac:picMkLst>
            <pc:docMk/>
            <pc:sldMk cId="2194712446" sldId="262"/>
            <ac:picMk id="5" creationId="{A5F7F69C-A809-AE66-8336-5D66C6417C4B}"/>
          </ac:picMkLst>
        </pc:pic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9" creationId="{C32B9307-593F-3844-FA0B-DE7703860FF0}"/>
          </ac:cxnSpMkLst>
        </pc:cxnChg>
      </pc:sldChg>
      <pc:sldChg chg="addSp delSp modSp new mod setBg">
        <pc:chgData name="Tom Maurer" userId="63e8d4ad-d51a-484a-93f0-e9b7fcba0e4f" providerId="ADAL" clId="{36ECCD20-A8A9-4C55-AC19-48082CA8DF99}" dt="2024-08-30T17:20:18.003" v="1354" actId="207"/>
        <pc:sldMkLst>
          <pc:docMk/>
          <pc:sldMk cId="1217833227" sldId="263"/>
        </pc:sldMkLst>
        <pc:spChg chg="mo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" creationId="{E5B5C4F0-8297-1AA0-55CF-03DE58944232}"/>
          </ac:spMkLst>
        </pc:spChg>
        <pc:spChg chg="del">
          <ac:chgData name="Tom Maurer" userId="63e8d4ad-d51a-484a-93f0-e9b7fcba0e4f" providerId="ADAL" clId="{36ECCD20-A8A9-4C55-AC19-48082CA8DF99}" dt="2024-08-30T17:15:36.299" v="1328" actId="478"/>
          <ac:spMkLst>
            <pc:docMk/>
            <pc:sldMk cId="1217833227" sldId="263"/>
            <ac:spMk id="3" creationId="{51585CFC-F296-0380-FB2F-2CFA5478804A}"/>
          </ac:spMkLst>
        </pc:spChg>
        <pc:spChg chg="add mod">
          <ac:chgData name="Tom Maurer" userId="63e8d4ad-d51a-484a-93f0-e9b7fcba0e4f" providerId="ADAL" clId="{36ECCD20-A8A9-4C55-AC19-48082CA8DF99}" dt="2024-08-30T17:20:06.920" v="1341" actId="1582"/>
          <ac:spMkLst>
            <pc:docMk/>
            <pc:sldMk cId="1217833227" sldId="263"/>
            <ac:spMk id="8" creationId="{5AD6E78B-F88D-9B66-7960-D3C15541ECA5}"/>
          </ac:spMkLst>
        </pc:spChg>
        <pc:spChg chg="add mod">
          <ac:chgData name="Tom Maurer" userId="63e8d4ad-d51a-484a-93f0-e9b7fcba0e4f" providerId="ADAL" clId="{36ECCD20-A8A9-4C55-AC19-48082CA8DF99}" dt="2024-08-30T17:20:18.003" v="1354" actId="207"/>
          <ac:spMkLst>
            <pc:docMk/>
            <pc:sldMk cId="1217833227" sldId="263"/>
            <ac:spMk id="9" creationId="{1413D02C-3D9E-1FA5-ECC6-B981890336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16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2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4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8" creationId="{2E6028E3-4806-4E1D-A24F-F8166F67F411}"/>
          </ac:spMkLst>
        </pc:spChg>
        <pc:picChg chg="add del">
          <ac:chgData name="Tom Maurer" userId="63e8d4ad-d51a-484a-93f0-e9b7fcba0e4f" providerId="ADAL" clId="{36ECCD20-A8A9-4C55-AC19-48082CA8DF99}" dt="2024-08-30T17:18:48.943" v="1330" actId="22"/>
          <ac:picMkLst>
            <pc:docMk/>
            <pc:sldMk cId="1217833227" sldId="263"/>
            <ac:picMk id="5" creationId="{712D322B-D132-1863-A9F3-49B44F59B457}"/>
          </ac:picMkLst>
        </pc:picChg>
        <pc:picChg chg="add mod">
          <ac:chgData name="Tom Maurer" userId="63e8d4ad-d51a-484a-93f0-e9b7fcba0e4f" providerId="ADAL" clId="{36ECCD20-A8A9-4C55-AC19-48082CA8DF99}" dt="2024-08-30T17:19:53.134" v="1337" actId="1076"/>
          <ac:picMkLst>
            <pc:docMk/>
            <pc:sldMk cId="1217833227" sldId="263"/>
            <ac:picMk id="7" creationId="{4EC23501-945A-1ACB-1C0D-DDC01D02FC3B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2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4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8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modSp new mod setBg">
        <pc:chgData name="Tom Maurer" userId="63e8d4ad-d51a-484a-93f0-e9b7fcba0e4f" providerId="ADAL" clId="{36ECCD20-A8A9-4C55-AC19-48082CA8DF99}" dt="2024-08-30T17:36:28.188" v="1485" actId="1038"/>
        <pc:sldMkLst>
          <pc:docMk/>
          <pc:sldMk cId="1884381967" sldId="264"/>
        </pc:sldMkLst>
        <pc:spChg chg="mo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2" creationId="{392E134B-6B7E-3E4B-3140-718080413242}"/>
          </ac:spMkLst>
        </pc:spChg>
        <pc:spChg chg="del">
          <ac:chgData name="Tom Maurer" userId="63e8d4ad-d51a-484a-93f0-e9b7fcba0e4f" providerId="ADAL" clId="{36ECCD20-A8A9-4C55-AC19-48082CA8DF99}" dt="2024-08-30T17:28:45.418" v="1376" actId="478"/>
          <ac:spMkLst>
            <pc:docMk/>
            <pc:sldMk cId="1884381967" sldId="264"/>
            <ac:spMk id="3" creationId="{CEBA431E-B3F9-32EC-78FB-785BC275B357}"/>
          </ac:spMkLst>
        </pc:spChg>
        <pc:spChg chg="add mod">
          <ac:chgData name="Tom Maurer" userId="63e8d4ad-d51a-484a-93f0-e9b7fcba0e4f" providerId="ADAL" clId="{36ECCD20-A8A9-4C55-AC19-48082CA8DF99}" dt="2024-08-30T17:35:24.880" v="1461" actId="1076"/>
          <ac:spMkLst>
            <pc:docMk/>
            <pc:sldMk cId="1884381967" sldId="264"/>
            <ac:spMk id="6" creationId="{EAE77A6A-13A5-ED27-0546-7BDD0360B1DA}"/>
          </ac:spMkLst>
        </pc:spChg>
        <pc:spChg chg="add del">
          <ac:chgData name="Tom Maurer" userId="63e8d4ad-d51a-484a-93f0-e9b7fcba0e4f" providerId="ADAL" clId="{36ECCD20-A8A9-4C55-AC19-48082CA8DF99}" dt="2024-08-30T17:34:54.535" v="1445" actId="11529"/>
          <ac:spMkLst>
            <pc:docMk/>
            <pc:sldMk cId="1884381967" sldId="264"/>
            <ac:spMk id="11" creationId="{67BDF0CB-F166-9E2D-6AB1-8D618361C3F2}"/>
          </ac:spMkLst>
        </pc:spChg>
        <pc:spChg chg="add mod">
          <ac:chgData name="Tom Maurer" userId="63e8d4ad-d51a-484a-93f0-e9b7fcba0e4f" providerId="ADAL" clId="{36ECCD20-A8A9-4C55-AC19-48082CA8DF99}" dt="2024-08-30T17:35:05.753" v="1448" actId="1076"/>
          <ac:spMkLst>
            <pc:docMk/>
            <pc:sldMk cId="1884381967" sldId="264"/>
            <ac:spMk id="13" creationId="{6A85909A-1094-D734-8BCC-08405E118F9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14" creationId="{B9C04DC5-313B-4FE4-B868-5672A376419F}"/>
          </ac:spMkLst>
        </pc:spChg>
        <pc:spChg chg="add mod">
          <ac:chgData name="Tom Maurer" userId="63e8d4ad-d51a-484a-93f0-e9b7fcba0e4f" providerId="ADAL" clId="{36ECCD20-A8A9-4C55-AC19-48082CA8DF99}" dt="2024-08-30T17:35:19.270" v="1458" actId="1037"/>
          <ac:spMkLst>
            <pc:docMk/>
            <pc:sldMk cId="1884381967" sldId="264"/>
            <ac:spMk id="15" creationId="{00893ADF-11EE-5FD1-3790-76054505D0A5}"/>
          </ac:spMkLst>
        </pc:spChg>
        <pc:spChg chg="add mod">
          <ac:chgData name="Tom Maurer" userId="63e8d4ad-d51a-484a-93f0-e9b7fcba0e4f" providerId="ADAL" clId="{36ECCD20-A8A9-4C55-AC19-48082CA8DF99}" dt="2024-08-30T17:35:34.547" v="1473" actId="1037"/>
          <ac:spMkLst>
            <pc:docMk/>
            <pc:sldMk cId="1884381967" sldId="264"/>
            <ac:spMk id="17" creationId="{0E703B38-65A8-8FEC-0CA8-FF2E9FC9F11D}"/>
          </ac:spMkLst>
        </pc:spChg>
        <pc:spChg chg="add mod">
          <ac:chgData name="Tom Maurer" userId="63e8d4ad-d51a-484a-93f0-e9b7fcba0e4f" providerId="ADAL" clId="{36ECCD20-A8A9-4C55-AC19-48082CA8DF99}" dt="2024-08-30T17:36:01.013" v="1476" actId="14100"/>
          <ac:spMkLst>
            <pc:docMk/>
            <pc:sldMk cId="1884381967" sldId="264"/>
            <ac:spMk id="19" creationId="{D348ED7D-2C31-575E-7F33-1045EDA6F6D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0" creationId="{329FDD08-42D8-4AFF-90E5-5DAA5BC4CBD8}"/>
          </ac:spMkLst>
        </pc:spChg>
        <pc:spChg chg="add mod">
          <ac:chgData name="Tom Maurer" userId="63e8d4ad-d51a-484a-93f0-e9b7fcba0e4f" providerId="ADAL" clId="{36ECCD20-A8A9-4C55-AC19-48082CA8DF99}" dt="2024-08-30T17:36:28.188" v="1485" actId="1038"/>
          <ac:spMkLst>
            <pc:docMk/>
            <pc:sldMk cId="1884381967" sldId="264"/>
            <ac:spMk id="21" creationId="{AF42AE40-7AEB-A2A9-8272-F690CF9BF1D6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2" creationId="{C9583823-2AA3-46EB-A803-287EC900BC41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4" creationId="{CA87D9D8-42FB-4157-A365-AD97CC6BAFEC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6" creationId="{2E6028E3-4806-4E1D-A24F-F8166F67F411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0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3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4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6" creationId="{24F1DC13-C830-4B86-A9C6-927F5C55DBD7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45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1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3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7" creationId="{24F1DC13-C830-4B86-A9C6-927F5C55DBD7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1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4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5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7" creationId="{2E6028E3-4806-4E1D-A24F-F8166F67F411}"/>
          </ac:spMkLst>
        </pc:spChg>
        <pc:picChg chg="add mod">
          <ac:chgData name="Tom Maurer" userId="63e8d4ad-d51a-484a-93f0-e9b7fcba0e4f" providerId="ADAL" clId="{36ECCD20-A8A9-4C55-AC19-48082CA8DF99}" dt="2024-08-30T17:35:26.441" v="1463" actId="1076"/>
          <ac:picMkLst>
            <pc:docMk/>
            <pc:sldMk cId="1884381967" sldId="264"/>
            <ac:picMk id="5" creationId="{CC238A25-C829-1C2F-2BD2-7F99E331D858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0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2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6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8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8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9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1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2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1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3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7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9" creationId="{C5F93E90-4379-4AAC-B021-E5FA6D974AED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59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0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2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3" creationId="{C5F93E90-4379-4AAC-B021-E5FA6D974AED}"/>
          </ac:picMkLst>
        </pc:picChg>
        <pc:cxnChg chg="add del mod">
          <ac:chgData name="Tom Maurer" userId="63e8d4ad-d51a-484a-93f0-e9b7fcba0e4f" providerId="ADAL" clId="{36ECCD20-A8A9-4C55-AC19-48082CA8DF99}" dt="2024-08-30T17:34:49.871" v="1443" actId="478"/>
          <ac:cxnSpMkLst>
            <pc:docMk/>
            <pc:sldMk cId="1884381967" sldId="264"/>
            <ac:cxnSpMk id="8" creationId="{13DE8CF0-8847-5D52-64E0-43499DA5303B}"/>
          </ac:cxnSpMkLst>
        </pc:cxnChg>
      </pc:sldChg>
      <pc:sldChg chg="addSp modSp new mod ord">
        <pc:chgData name="Tom Maurer" userId="63e8d4ad-d51a-484a-93f0-e9b7fcba0e4f" providerId="ADAL" clId="{36ECCD20-A8A9-4C55-AC19-48082CA8DF99}" dt="2024-08-30T17:47:44.101" v="2107" actId="14100"/>
        <pc:sldMkLst>
          <pc:docMk/>
          <pc:sldMk cId="3663277866" sldId="265"/>
        </pc:sldMkLst>
        <pc:spChg chg="mod">
          <ac:chgData name="Tom Maurer" userId="63e8d4ad-d51a-484a-93f0-e9b7fcba0e4f" providerId="ADAL" clId="{36ECCD20-A8A9-4C55-AC19-48082CA8DF99}" dt="2024-08-30T17:37:06.523" v="1497" actId="20577"/>
          <ac:spMkLst>
            <pc:docMk/>
            <pc:sldMk cId="3663277866" sldId="265"/>
            <ac:spMk id="2" creationId="{E65AFB3D-8688-FACA-447D-DB8190346094}"/>
          </ac:spMkLst>
        </pc:spChg>
        <pc:spChg chg="mod">
          <ac:chgData name="Tom Maurer" userId="63e8d4ad-d51a-484a-93f0-e9b7fcba0e4f" providerId="ADAL" clId="{36ECCD20-A8A9-4C55-AC19-48082CA8DF99}" dt="2024-08-30T17:47:23.937" v="2104" actId="20577"/>
          <ac:spMkLst>
            <pc:docMk/>
            <pc:sldMk cId="3663277866" sldId="265"/>
            <ac:spMk id="3" creationId="{24C1DB8E-1371-CBA0-5121-F7D0DAEC90E0}"/>
          </ac:spMkLst>
        </pc:spChg>
        <pc:picChg chg="add mod">
          <ac:chgData name="Tom Maurer" userId="63e8d4ad-d51a-484a-93f0-e9b7fcba0e4f" providerId="ADAL" clId="{36ECCD20-A8A9-4C55-AC19-48082CA8DF99}" dt="2024-08-30T17:46:55.072" v="1952" actId="1076"/>
          <ac:picMkLst>
            <pc:docMk/>
            <pc:sldMk cId="3663277866" sldId="265"/>
            <ac:picMk id="5" creationId="{37A066C4-27BA-5FE7-167D-68AD188936D2}"/>
          </ac:picMkLst>
        </pc:picChg>
        <pc:picChg chg="add mod">
          <ac:chgData name="Tom Maurer" userId="63e8d4ad-d51a-484a-93f0-e9b7fcba0e4f" providerId="ADAL" clId="{36ECCD20-A8A9-4C55-AC19-48082CA8DF99}" dt="2024-08-30T17:46:57.675" v="1953" actId="1076"/>
          <ac:picMkLst>
            <pc:docMk/>
            <pc:sldMk cId="3663277866" sldId="265"/>
            <ac:picMk id="7" creationId="{340517D1-1F56-05D0-365E-9CA823829B39}"/>
          </ac:picMkLst>
        </pc:picChg>
        <pc:picChg chg="add mod">
          <ac:chgData name="Tom Maurer" userId="63e8d4ad-d51a-484a-93f0-e9b7fcba0e4f" providerId="ADAL" clId="{36ECCD20-A8A9-4C55-AC19-48082CA8DF99}" dt="2024-08-30T17:47:44.101" v="2107" actId="14100"/>
          <ac:picMkLst>
            <pc:docMk/>
            <pc:sldMk cId="3663277866" sldId="265"/>
            <ac:picMk id="9" creationId="{89041DF9-7DB1-931D-9BF6-AD55D578BDB0}"/>
          </ac:picMkLst>
        </pc:picChg>
      </pc:sldChg>
    </pc:docChg>
  </pc:docChgLst>
  <pc:docChgLst>
    <pc:chgData name="Tom Maurer" userId="63e8d4ad-d51a-484a-93f0-e9b7fcba0e4f" providerId="ADAL" clId="{B12C10ED-5225-47BC-8AFC-CEBD301F6A16}"/>
    <pc:docChg chg="undo redo custSel addSld delSld modSld">
      <pc:chgData name="Tom Maurer" userId="63e8d4ad-d51a-484a-93f0-e9b7fcba0e4f" providerId="ADAL" clId="{B12C10ED-5225-47BC-8AFC-CEBD301F6A16}" dt="2024-09-16T20:09:40.831" v="2631" actId="171"/>
      <pc:docMkLst>
        <pc:docMk/>
      </pc:docMkLst>
      <pc:sldChg chg="modSp mod">
        <pc:chgData name="Tom Maurer" userId="63e8d4ad-d51a-484a-93f0-e9b7fcba0e4f" providerId="ADAL" clId="{B12C10ED-5225-47BC-8AFC-CEBD301F6A16}" dt="2024-09-12T21:22:04.904" v="29" actId="20577"/>
        <pc:sldMkLst>
          <pc:docMk/>
          <pc:sldMk cId="1330967993" sldId="256"/>
        </pc:sldMkLst>
        <pc:spChg chg="mod">
          <ac:chgData name="Tom Maurer" userId="63e8d4ad-d51a-484a-93f0-e9b7fcba0e4f" providerId="ADAL" clId="{B12C10ED-5225-47BC-8AFC-CEBD301F6A16}" dt="2024-09-12T21:22:04.904" v="29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B12C10ED-5225-47BC-8AFC-CEBD301F6A16}" dt="2024-09-12T21:21:56.056" v="3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1679553109" sldId="261"/>
        </pc:sldMkLst>
      </pc:sldChg>
      <pc:sldChg chg="addSp modSp new mod setBg">
        <pc:chgData name="Tom Maurer" userId="63e8d4ad-d51a-484a-93f0-e9b7fcba0e4f" providerId="ADAL" clId="{B12C10ED-5225-47BC-8AFC-CEBD301F6A16}" dt="2024-09-12T21:47:29.152" v="419" actId="20577"/>
        <pc:sldMkLst>
          <pc:docMk/>
          <pc:sldMk cId="3241809925" sldId="261"/>
        </pc:sldMkLst>
        <pc:spChg chg="mod">
          <ac:chgData name="Tom Maurer" userId="63e8d4ad-d51a-484a-93f0-e9b7fcba0e4f" providerId="ADAL" clId="{B12C10ED-5225-47BC-8AFC-CEBD301F6A16}" dt="2024-09-12T21:43:55.518" v="229" actId="26606"/>
          <ac:spMkLst>
            <pc:docMk/>
            <pc:sldMk cId="3241809925" sldId="261"/>
            <ac:spMk id="2" creationId="{E3EB4ACD-83FE-5BCF-869F-006AEFE686F9}"/>
          </ac:spMkLst>
        </pc:spChg>
        <pc:spChg chg="mod ord">
          <ac:chgData name="Tom Maurer" userId="63e8d4ad-d51a-484a-93f0-e9b7fcba0e4f" providerId="ADAL" clId="{B12C10ED-5225-47BC-8AFC-CEBD301F6A16}" dt="2024-09-12T21:47:29.152" v="419" actId="20577"/>
          <ac:spMkLst>
            <pc:docMk/>
            <pc:sldMk cId="3241809925" sldId="261"/>
            <ac:spMk id="3" creationId="{2C37663A-3212-5464-98EA-2A13DC43778F}"/>
          </ac:spMkLst>
        </pc:spChg>
        <pc:spChg chg="add">
          <ac:chgData name="Tom Maurer" userId="63e8d4ad-d51a-484a-93f0-e9b7fcba0e4f" providerId="ADAL" clId="{B12C10ED-5225-47BC-8AFC-CEBD301F6A16}" dt="2024-09-12T21:43:55.518" v="229" actId="26606"/>
          <ac:spMkLst>
            <pc:docMk/>
            <pc:sldMk cId="3241809925" sldId="261"/>
            <ac:spMk id="14" creationId="{8F54B2FB-3F54-4350-8D1B-F86D677CA7ED}"/>
          </ac:spMkLst>
        </pc:spChg>
        <pc:spChg chg="add">
          <ac:chgData name="Tom Maurer" userId="63e8d4ad-d51a-484a-93f0-e9b7fcba0e4f" providerId="ADAL" clId="{B12C10ED-5225-47BC-8AFC-CEBD301F6A16}" dt="2024-09-12T21:43:55.518" v="229" actId="26606"/>
          <ac:spMkLst>
            <pc:docMk/>
            <pc:sldMk cId="3241809925" sldId="261"/>
            <ac:spMk id="20" creationId="{DDB56DB5-0324-4F79-9AB8-CB18C1DC8743}"/>
          </ac:spMkLst>
        </pc:spChg>
        <pc:spChg chg="add">
          <ac:chgData name="Tom Maurer" userId="63e8d4ad-d51a-484a-93f0-e9b7fcba0e4f" providerId="ADAL" clId="{B12C10ED-5225-47BC-8AFC-CEBD301F6A16}" dt="2024-09-12T21:43:55.518" v="229" actId="26606"/>
          <ac:spMkLst>
            <pc:docMk/>
            <pc:sldMk cId="3241809925" sldId="261"/>
            <ac:spMk id="22" creationId="{B86EAD8C-E6F5-45BA-86CF-3EED09D84756}"/>
          </ac:spMkLst>
        </pc:spChg>
        <pc:picChg chg="add mod">
          <ac:chgData name="Tom Maurer" userId="63e8d4ad-d51a-484a-93f0-e9b7fcba0e4f" providerId="ADAL" clId="{B12C10ED-5225-47BC-8AFC-CEBD301F6A16}" dt="2024-09-12T21:43:55.518" v="229" actId="26606"/>
          <ac:picMkLst>
            <pc:docMk/>
            <pc:sldMk cId="3241809925" sldId="261"/>
            <ac:picMk id="5" creationId="{B462E6FB-8072-CE0A-F8A9-557E63C5BEB7}"/>
          </ac:picMkLst>
        </pc:picChg>
        <pc:picChg chg="add">
          <ac:chgData name="Tom Maurer" userId="63e8d4ad-d51a-484a-93f0-e9b7fcba0e4f" providerId="ADAL" clId="{B12C10ED-5225-47BC-8AFC-CEBD301F6A16}" dt="2024-09-12T21:43:55.518" v="229" actId="26606"/>
          <ac:picMkLst>
            <pc:docMk/>
            <pc:sldMk cId="3241809925" sldId="261"/>
            <ac:picMk id="10" creationId="{AA085689-791F-4B8F-9F30-12415B97D366}"/>
          </ac:picMkLst>
        </pc:picChg>
        <pc:picChg chg="add">
          <ac:chgData name="Tom Maurer" userId="63e8d4ad-d51a-484a-93f0-e9b7fcba0e4f" providerId="ADAL" clId="{B12C10ED-5225-47BC-8AFC-CEBD301F6A16}" dt="2024-09-12T21:43:55.518" v="229" actId="26606"/>
          <ac:picMkLst>
            <pc:docMk/>
            <pc:sldMk cId="3241809925" sldId="261"/>
            <ac:picMk id="12" creationId="{AA3FED7F-6821-47C0-A464-E9278B24129E}"/>
          </ac:picMkLst>
        </pc:picChg>
        <pc:picChg chg="add">
          <ac:chgData name="Tom Maurer" userId="63e8d4ad-d51a-484a-93f0-e9b7fcba0e4f" providerId="ADAL" clId="{B12C10ED-5225-47BC-8AFC-CEBD301F6A16}" dt="2024-09-12T21:43:55.518" v="229" actId="26606"/>
          <ac:picMkLst>
            <pc:docMk/>
            <pc:sldMk cId="3241809925" sldId="261"/>
            <ac:picMk id="16" creationId="{561B34F5-88E5-4711-BC16-3005C29AD7C6}"/>
          </ac:picMkLst>
        </pc:picChg>
        <pc:picChg chg="add">
          <ac:chgData name="Tom Maurer" userId="63e8d4ad-d51a-484a-93f0-e9b7fcba0e4f" providerId="ADAL" clId="{B12C10ED-5225-47BC-8AFC-CEBD301F6A16}" dt="2024-09-12T21:43:55.518" v="229" actId="26606"/>
          <ac:picMkLst>
            <pc:docMk/>
            <pc:sldMk cId="3241809925" sldId="261"/>
            <ac:picMk id="18" creationId="{4F3661D0-2268-4D3E-88BA-0647BCBE33AF}"/>
          </ac:picMkLst>
        </pc:picChg>
      </pc:sldChg>
      <pc:sldChg chg="addSp delSp modSp add mod setBg">
        <pc:chgData name="Tom Maurer" userId="63e8d4ad-d51a-484a-93f0-e9b7fcba0e4f" providerId="ADAL" clId="{B12C10ED-5225-47BC-8AFC-CEBD301F6A16}" dt="2024-09-12T22:01:24.588" v="1179" actId="20577"/>
        <pc:sldMkLst>
          <pc:docMk/>
          <pc:sldMk cId="517616879" sldId="262"/>
        </pc:sldMkLst>
        <pc:spChg chg="mod">
          <ac:chgData name="Tom Maurer" userId="63e8d4ad-d51a-484a-93f0-e9b7fcba0e4f" providerId="ADAL" clId="{B12C10ED-5225-47BC-8AFC-CEBD301F6A16}" dt="2024-09-12T21:51:39.145" v="605" actId="26606"/>
          <ac:spMkLst>
            <pc:docMk/>
            <pc:sldMk cId="517616879" sldId="262"/>
            <ac:spMk id="2" creationId="{E3EB4ACD-83FE-5BCF-869F-006AEFE686F9}"/>
          </ac:spMkLst>
        </pc:spChg>
        <pc:spChg chg="del">
          <ac:chgData name="Tom Maurer" userId="63e8d4ad-d51a-484a-93f0-e9b7fcba0e4f" providerId="ADAL" clId="{B12C10ED-5225-47BC-8AFC-CEBD301F6A16}" dt="2024-09-12T21:49:08.858" v="420" actId="478"/>
          <ac:spMkLst>
            <pc:docMk/>
            <pc:sldMk cId="517616879" sldId="262"/>
            <ac:spMk id="3" creationId="{2C37663A-3212-5464-98EA-2A13DC43778F}"/>
          </ac:spMkLst>
        </pc:spChg>
        <pc:spChg chg="add mod">
          <ac:chgData name="Tom Maurer" userId="63e8d4ad-d51a-484a-93f0-e9b7fcba0e4f" providerId="ADAL" clId="{B12C10ED-5225-47BC-8AFC-CEBD301F6A16}" dt="2024-09-12T22:01:24.588" v="1179" actId="20577"/>
          <ac:spMkLst>
            <pc:docMk/>
            <pc:sldMk cId="517616879" sldId="262"/>
            <ac:spMk id="4" creationId="{C0ABA6B6-3548-77EF-ADA1-BE323928F466}"/>
          </ac:spMkLst>
        </pc:spChg>
        <pc:spChg chg="add">
          <ac:chgData name="Tom Maurer" userId="63e8d4ad-d51a-484a-93f0-e9b7fcba0e4f" providerId="ADAL" clId="{B12C10ED-5225-47BC-8AFC-CEBD301F6A16}" dt="2024-09-12T21:51:39.145" v="605" actId="26606"/>
          <ac:spMkLst>
            <pc:docMk/>
            <pc:sldMk cId="517616879" sldId="262"/>
            <ac:spMk id="19" creationId="{5C86EC89-02DB-4384-8A63-0EFFEFD1BB96}"/>
          </ac:spMkLst>
        </pc:spChg>
        <pc:spChg chg="add">
          <ac:chgData name="Tom Maurer" userId="63e8d4ad-d51a-484a-93f0-e9b7fcba0e4f" providerId="ADAL" clId="{B12C10ED-5225-47BC-8AFC-CEBD301F6A16}" dt="2024-09-12T21:51:39.145" v="605" actId="26606"/>
          <ac:spMkLst>
            <pc:docMk/>
            <pc:sldMk cId="517616879" sldId="262"/>
            <ac:spMk id="25" creationId="{93E59372-1F66-480B-ADD0-8000A0547360}"/>
          </ac:spMkLst>
        </pc:spChg>
        <pc:spChg chg="add">
          <ac:chgData name="Tom Maurer" userId="63e8d4ad-d51a-484a-93f0-e9b7fcba0e4f" providerId="ADAL" clId="{B12C10ED-5225-47BC-8AFC-CEBD301F6A16}" dt="2024-09-12T21:51:39.145" v="605" actId="26606"/>
          <ac:spMkLst>
            <pc:docMk/>
            <pc:sldMk cId="517616879" sldId="262"/>
            <ac:spMk id="27" creationId="{9DA784F6-A190-4353-A6B8-4D466221920B}"/>
          </ac:spMkLst>
        </pc:spChg>
        <pc:spChg chg="add">
          <ac:chgData name="Tom Maurer" userId="63e8d4ad-d51a-484a-93f0-e9b7fcba0e4f" providerId="ADAL" clId="{B12C10ED-5225-47BC-8AFC-CEBD301F6A16}" dt="2024-09-12T21:51:39.145" v="605" actId="26606"/>
          <ac:spMkLst>
            <pc:docMk/>
            <pc:sldMk cId="517616879" sldId="262"/>
            <ac:spMk id="29" creationId="{CA5272B6-9F39-4688-833B-E91D3F60A301}"/>
          </ac:spMkLst>
        </pc:spChg>
        <pc:spChg chg="add">
          <ac:chgData name="Tom Maurer" userId="63e8d4ad-d51a-484a-93f0-e9b7fcba0e4f" providerId="ADAL" clId="{B12C10ED-5225-47BC-8AFC-CEBD301F6A16}" dt="2024-09-12T21:51:39.145" v="605" actId="26606"/>
          <ac:spMkLst>
            <pc:docMk/>
            <pc:sldMk cId="517616879" sldId="262"/>
            <ac:spMk id="31" creationId="{F6482022-EA9C-4B5A-B904-E791C518A7E7}"/>
          </ac:spMkLst>
        </pc:spChg>
        <pc:spChg chg="add">
          <ac:chgData name="Tom Maurer" userId="63e8d4ad-d51a-484a-93f0-e9b7fcba0e4f" providerId="ADAL" clId="{B12C10ED-5225-47BC-8AFC-CEBD301F6A16}" dt="2024-09-12T21:51:39.145" v="605" actId="26606"/>
          <ac:spMkLst>
            <pc:docMk/>
            <pc:sldMk cId="517616879" sldId="262"/>
            <ac:spMk id="33" creationId="{7F17E6FC-1040-4842-8B1A-C6F052D92B66}"/>
          </ac:spMkLst>
        </pc:spChg>
        <pc:picChg chg="add del mod">
          <ac:chgData name="Tom Maurer" userId="63e8d4ad-d51a-484a-93f0-e9b7fcba0e4f" providerId="ADAL" clId="{B12C10ED-5225-47BC-8AFC-CEBD301F6A16}" dt="2024-09-12T21:50:23.840" v="599" actId="478"/>
          <ac:picMkLst>
            <pc:docMk/>
            <pc:sldMk cId="517616879" sldId="262"/>
            <ac:picMk id="6" creationId="{7E4FF897-2782-32A9-7870-864E98445EFA}"/>
          </ac:picMkLst>
        </pc:picChg>
        <pc:picChg chg="add mod">
          <ac:chgData name="Tom Maurer" userId="63e8d4ad-d51a-484a-93f0-e9b7fcba0e4f" providerId="ADAL" clId="{B12C10ED-5225-47BC-8AFC-CEBD301F6A16}" dt="2024-09-12T21:51:39.145" v="605" actId="26606"/>
          <ac:picMkLst>
            <pc:docMk/>
            <pc:sldMk cId="517616879" sldId="262"/>
            <ac:picMk id="8" creationId="{3DF891A9-AE1F-2D55-E566-CB83B702C4E3}"/>
          </ac:picMkLst>
        </pc:picChg>
        <pc:picChg chg="add mod ord">
          <ac:chgData name="Tom Maurer" userId="63e8d4ad-d51a-484a-93f0-e9b7fcba0e4f" providerId="ADAL" clId="{B12C10ED-5225-47BC-8AFC-CEBD301F6A16}" dt="2024-09-12T21:51:39.145" v="605" actId="26606"/>
          <ac:picMkLst>
            <pc:docMk/>
            <pc:sldMk cId="517616879" sldId="262"/>
            <ac:picMk id="10" creationId="{53DA365B-5A4D-51D0-12B1-35AB50EA7B22}"/>
          </ac:picMkLst>
        </pc:picChg>
        <pc:picChg chg="add">
          <ac:chgData name="Tom Maurer" userId="63e8d4ad-d51a-484a-93f0-e9b7fcba0e4f" providerId="ADAL" clId="{B12C10ED-5225-47BC-8AFC-CEBD301F6A16}" dt="2024-09-12T21:51:39.145" v="605" actId="26606"/>
          <ac:picMkLst>
            <pc:docMk/>
            <pc:sldMk cId="517616879" sldId="262"/>
            <ac:picMk id="15" creationId="{87B6323F-75FD-4FFA-950D-6D013A6DC1CB}"/>
          </ac:picMkLst>
        </pc:picChg>
        <pc:picChg chg="add">
          <ac:chgData name="Tom Maurer" userId="63e8d4ad-d51a-484a-93f0-e9b7fcba0e4f" providerId="ADAL" clId="{B12C10ED-5225-47BC-8AFC-CEBD301F6A16}" dt="2024-09-12T21:51:39.145" v="605" actId="26606"/>
          <ac:picMkLst>
            <pc:docMk/>
            <pc:sldMk cId="517616879" sldId="262"/>
            <ac:picMk id="17" creationId="{DA2C34EF-101A-44FE-8A31-E0A7F4776AA0}"/>
          </ac:picMkLst>
        </pc:picChg>
        <pc:picChg chg="add">
          <ac:chgData name="Tom Maurer" userId="63e8d4ad-d51a-484a-93f0-e9b7fcba0e4f" providerId="ADAL" clId="{B12C10ED-5225-47BC-8AFC-CEBD301F6A16}" dt="2024-09-12T21:51:39.145" v="605" actId="26606"/>
          <ac:picMkLst>
            <pc:docMk/>
            <pc:sldMk cId="517616879" sldId="262"/>
            <ac:picMk id="21" creationId="{54BB1565-EB36-4D75-8888-72796286DC15}"/>
          </ac:picMkLst>
        </pc:picChg>
        <pc:picChg chg="add">
          <ac:chgData name="Tom Maurer" userId="63e8d4ad-d51a-484a-93f0-e9b7fcba0e4f" providerId="ADAL" clId="{B12C10ED-5225-47BC-8AFC-CEBD301F6A16}" dt="2024-09-12T21:51:39.145" v="605" actId="26606"/>
          <ac:picMkLst>
            <pc:docMk/>
            <pc:sldMk cId="517616879" sldId="262"/>
            <ac:picMk id="23" creationId="{871DF8C3-722E-49D1-87D5-E0FB1D640932}"/>
          </ac:picMkLst>
        </pc:picChg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2194712446" sldId="262"/>
        </pc:sldMkLst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1217833227" sldId="263"/>
        </pc:sldMkLst>
      </pc:sldChg>
      <pc:sldChg chg="addSp delSp modSp new mod setBg">
        <pc:chgData name="Tom Maurer" userId="63e8d4ad-d51a-484a-93f0-e9b7fcba0e4f" providerId="ADAL" clId="{B12C10ED-5225-47BC-8AFC-CEBD301F6A16}" dt="2024-09-12T22:01:22.371" v="1175" actId="20577"/>
        <pc:sldMkLst>
          <pc:docMk/>
          <pc:sldMk cId="2320295573" sldId="263"/>
        </pc:sldMkLst>
        <pc:spChg chg="mod">
          <ac:chgData name="Tom Maurer" userId="63e8d4ad-d51a-484a-93f0-e9b7fcba0e4f" providerId="ADAL" clId="{B12C10ED-5225-47BC-8AFC-CEBD301F6A16}" dt="2024-09-12T21:58:32.562" v="1043" actId="26606"/>
          <ac:spMkLst>
            <pc:docMk/>
            <pc:sldMk cId="2320295573" sldId="263"/>
            <ac:spMk id="2" creationId="{6E235FA6-FB3E-E9D6-7797-154E23DD0137}"/>
          </ac:spMkLst>
        </pc:spChg>
        <pc:spChg chg="del">
          <ac:chgData name="Tom Maurer" userId="63e8d4ad-d51a-484a-93f0-e9b7fcba0e4f" providerId="ADAL" clId="{B12C10ED-5225-47BC-8AFC-CEBD301F6A16}" dt="2024-09-12T21:51:50.992" v="606" actId="478"/>
          <ac:spMkLst>
            <pc:docMk/>
            <pc:sldMk cId="2320295573" sldId="263"/>
            <ac:spMk id="3" creationId="{D650921E-5C12-B173-859B-A17E41B51E88}"/>
          </ac:spMkLst>
        </pc:spChg>
        <pc:spChg chg="add mod">
          <ac:chgData name="Tom Maurer" userId="63e8d4ad-d51a-484a-93f0-e9b7fcba0e4f" providerId="ADAL" clId="{B12C10ED-5225-47BC-8AFC-CEBD301F6A16}" dt="2024-09-12T22:01:22.371" v="1175" actId="20577"/>
          <ac:spMkLst>
            <pc:docMk/>
            <pc:sldMk cId="2320295573" sldId="263"/>
            <ac:spMk id="4" creationId="{80B8A2D6-8747-4D77-C823-F335B1EEE76D}"/>
          </ac:spMkLst>
        </pc:spChg>
        <pc:spChg chg="add mod">
          <ac:chgData name="Tom Maurer" userId="63e8d4ad-d51a-484a-93f0-e9b7fcba0e4f" providerId="ADAL" clId="{B12C10ED-5225-47BC-8AFC-CEBD301F6A16}" dt="2024-09-12T21:52:53.370" v="707"/>
          <ac:spMkLst>
            <pc:docMk/>
            <pc:sldMk cId="2320295573" sldId="263"/>
            <ac:spMk id="5" creationId="{A29FD2DB-342E-84F1-4369-69126DDD7B32}"/>
          </ac:spMkLst>
        </pc:spChg>
        <pc:spChg chg="add">
          <ac:chgData name="Tom Maurer" userId="63e8d4ad-d51a-484a-93f0-e9b7fcba0e4f" providerId="ADAL" clId="{B12C10ED-5225-47BC-8AFC-CEBD301F6A16}" dt="2024-09-12T21:58:32.562" v="1043" actId="26606"/>
          <ac:spMkLst>
            <pc:docMk/>
            <pc:sldMk cId="2320295573" sldId="263"/>
            <ac:spMk id="16" creationId="{B9C04DC5-313B-4FE4-B868-5672A376419F}"/>
          </ac:spMkLst>
        </pc:spChg>
        <pc:spChg chg="add">
          <ac:chgData name="Tom Maurer" userId="63e8d4ad-d51a-484a-93f0-e9b7fcba0e4f" providerId="ADAL" clId="{B12C10ED-5225-47BC-8AFC-CEBD301F6A16}" dt="2024-09-12T21:58:32.562" v="1043" actId="26606"/>
          <ac:spMkLst>
            <pc:docMk/>
            <pc:sldMk cId="2320295573" sldId="263"/>
            <ac:spMk id="22" creationId="{329FDD08-42D8-4AFF-90E5-5DAA5BC4CBD8}"/>
          </ac:spMkLst>
        </pc:spChg>
        <pc:spChg chg="add">
          <ac:chgData name="Tom Maurer" userId="63e8d4ad-d51a-484a-93f0-e9b7fcba0e4f" providerId="ADAL" clId="{B12C10ED-5225-47BC-8AFC-CEBD301F6A16}" dt="2024-09-12T21:58:32.562" v="1043" actId="26606"/>
          <ac:spMkLst>
            <pc:docMk/>
            <pc:sldMk cId="2320295573" sldId="263"/>
            <ac:spMk id="24" creationId="{AD488FAE-8A33-44D2-922D-E1A7E147D9DE}"/>
          </ac:spMkLst>
        </pc:spChg>
        <pc:spChg chg="add">
          <ac:chgData name="Tom Maurer" userId="63e8d4ad-d51a-484a-93f0-e9b7fcba0e4f" providerId="ADAL" clId="{B12C10ED-5225-47BC-8AFC-CEBD301F6A16}" dt="2024-09-12T21:58:32.562" v="1043" actId="26606"/>
          <ac:spMkLst>
            <pc:docMk/>
            <pc:sldMk cId="2320295573" sldId="263"/>
            <ac:spMk id="26" creationId="{D1A684E7-FC3D-4F0E-9F70-C69B3BEFCA22}"/>
          </ac:spMkLst>
        </pc:spChg>
        <pc:spChg chg="add">
          <ac:chgData name="Tom Maurer" userId="63e8d4ad-d51a-484a-93f0-e9b7fcba0e4f" providerId="ADAL" clId="{B12C10ED-5225-47BC-8AFC-CEBD301F6A16}" dt="2024-09-12T21:58:32.562" v="1043" actId="26606"/>
          <ac:spMkLst>
            <pc:docMk/>
            <pc:sldMk cId="2320295573" sldId="263"/>
            <ac:spMk id="28" creationId="{E284F65F-D81D-4196-A4FB-F1C7EAC55532}"/>
          </ac:spMkLst>
        </pc:spChg>
        <pc:spChg chg="add">
          <ac:chgData name="Tom Maurer" userId="63e8d4ad-d51a-484a-93f0-e9b7fcba0e4f" providerId="ADAL" clId="{B12C10ED-5225-47BC-8AFC-CEBD301F6A16}" dt="2024-09-12T21:58:32.562" v="1043" actId="26606"/>
          <ac:spMkLst>
            <pc:docMk/>
            <pc:sldMk cId="2320295573" sldId="263"/>
            <ac:spMk id="30" creationId="{FE0E41EA-15C8-4C96-84B8-F9BBB96B5035}"/>
          </ac:spMkLst>
        </pc:spChg>
        <pc:picChg chg="add mod">
          <ac:chgData name="Tom Maurer" userId="63e8d4ad-d51a-484a-93f0-e9b7fcba0e4f" providerId="ADAL" clId="{B12C10ED-5225-47BC-8AFC-CEBD301F6A16}" dt="2024-09-12T21:58:38.251" v="1045" actId="1076"/>
          <ac:picMkLst>
            <pc:docMk/>
            <pc:sldMk cId="2320295573" sldId="263"/>
            <ac:picMk id="7" creationId="{3E9BBEC0-488D-3032-98C4-0689E836CA67}"/>
          </ac:picMkLst>
        </pc:picChg>
        <pc:picChg chg="add">
          <ac:chgData name="Tom Maurer" userId="63e8d4ad-d51a-484a-93f0-e9b7fcba0e4f" providerId="ADAL" clId="{B12C10ED-5225-47BC-8AFC-CEBD301F6A16}" dt="2024-09-12T21:58:32.562" v="1043" actId="26606"/>
          <ac:picMkLst>
            <pc:docMk/>
            <pc:sldMk cId="2320295573" sldId="263"/>
            <ac:picMk id="12" creationId="{7594FC8B-8CD2-407F-94F1-9C71F5AEC2B6}"/>
          </ac:picMkLst>
        </pc:picChg>
        <pc:picChg chg="add">
          <ac:chgData name="Tom Maurer" userId="63e8d4ad-d51a-484a-93f0-e9b7fcba0e4f" providerId="ADAL" clId="{B12C10ED-5225-47BC-8AFC-CEBD301F6A16}" dt="2024-09-12T21:58:32.562" v="1043" actId="26606"/>
          <ac:picMkLst>
            <pc:docMk/>
            <pc:sldMk cId="2320295573" sldId="263"/>
            <ac:picMk id="14" creationId="{DBABC971-8D40-4A4F-AC60-28B9172789B9}"/>
          </ac:picMkLst>
        </pc:picChg>
        <pc:picChg chg="add">
          <ac:chgData name="Tom Maurer" userId="63e8d4ad-d51a-484a-93f0-e9b7fcba0e4f" providerId="ADAL" clId="{B12C10ED-5225-47BC-8AFC-CEBD301F6A16}" dt="2024-09-12T21:58:32.562" v="1043" actId="26606"/>
          <ac:picMkLst>
            <pc:docMk/>
            <pc:sldMk cId="2320295573" sldId="263"/>
            <ac:picMk id="18" creationId="{791AE23E-90C9-4963-96E2-8DADBFC3BC09}"/>
          </ac:picMkLst>
        </pc:picChg>
        <pc:picChg chg="add">
          <ac:chgData name="Tom Maurer" userId="63e8d4ad-d51a-484a-93f0-e9b7fcba0e4f" providerId="ADAL" clId="{B12C10ED-5225-47BC-8AFC-CEBD301F6A16}" dt="2024-09-12T21:58:32.562" v="1043" actId="26606"/>
          <ac:picMkLst>
            <pc:docMk/>
            <pc:sldMk cId="2320295573" sldId="263"/>
            <ac:picMk id="20" creationId="{C5F93E90-4379-4AAC-B021-E5FA6D974AED}"/>
          </ac:picMkLst>
        </pc:picChg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829943624" sldId="264"/>
        </pc:sldMkLst>
      </pc:sldChg>
      <pc:sldChg chg="addSp delSp modSp new mod setBg">
        <pc:chgData name="Tom Maurer" userId="63e8d4ad-d51a-484a-93f0-e9b7fcba0e4f" providerId="ADAL" clId="{B12C10ED-5225-47BC-8AFC-CEBD301F6A16}" dt="2024-09-12T22:19:38.282" v="1370" actId="1076"/>
        <pc:sldMkLst>
          <pc:docMk/>
          <pc:sldMk cId="2303006756" sldId="264"/>
        </pc:sldMkLst>
        <pc:spChg chg="mod">
          <ac:chgData name="Tom Maurer" userId="63e8d4ad-d51a-484a-93f0-e9b7fcba0e4f" providerId="ADAL" clId="{B12C10ED-5225-47BC-8AFC-CEBD301F6A16}" dt="2024-09-12T22:19:15.688" v="1360" actId="26606"/>
          <ac:spMkLst>
            <pc:docMk/>
            <pc:sldMk cId="2303006756" sldId="264"/>
            <ac:spMk id="2" creationId="{A81F62D3-E616-9075-25C3-F5EBC3D08630}"/>
          </ac:spMkLst>
        </pc:spChg>
        <pc:spChg chg="mod ord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3" creationId="{0D98F82A-AA59-951A-D22E-A0A80FF920DA}"/>
          </ac:spMkLst>
        </pc:spChg>
        <pc:spChg chg="add del">
          <ac:chgData name="Tom Maurer" userId="63e8d4ad-d51a-484a-93f0-e9b7fcba0e4f" providerId="ADAL" clId="{B12C10ED-5225-47BC-8AFC-CEBD301F6A16}" dt="2024-09-12T22:19:15.688" v="1360" actId="26606"/>
          <ac:spMkLst>
            <pc:docMk/>
            <pc:sldMk cId="2303006756" sldId="264"/>
            <ac:spMk id="14" creationId="{B9C04DC5-313B-4FE4-B868-5672A376419F}"/>
          </ac:spMkLst>
        </pc:spChg>
        <pc:spChg chg="add del">
          <ac:chgData name="Tom Maurer" userId="63e8d4ad-d51a-484a-93f0-e9b7fcba0e4f" providerId="ADAL" clId="{B12C10ED-5225-47BC-8AFC-CEBD301F6A16}" dt="2024-09-12T22:19:15.688" v="1360" actId="26606"/>
          <ac:spMkLst>
            <pc:docMk/>
            <pc:sldMk cId="2303006756" sldId="264"/>
            <ac:spMk id="20" creationId="{329FDD08-42D8-4AFF-90E5-5DAA5BC4CBD8}"/>
          </ac:spMkLst>
        </pc:spChg>
        <pc:spChg chg="add del">
          <ac:chgData name="Tom Maurer" userId="63e8d4ad-d51a-484a-93f0-e9b7fcba0e4f" providerId="ADAL" clId="{B12C10ED-5225-47BC-8AFC-CEBD301F6A16}" dt="2024-09-12T22:19:15.688" v="1360" actId="26606"/>
          <ac:spMkLst>
            <pc:docMk/>
            <pc:sldMk cId="2303006756" sldId="264"/>
            <ac:spMk id="22" creationId="{AD488FAE-8A33-44D2-922D-E1A7E147D9DE}"/>
          </ac:spMkLst>
        </pc:spChg>
        <pc:spChg chg="add del">
          <ac:chgData name="Tom Maurer" userId="63e8d4ad-d51a-484a-93f0-e9b7fcba0e4f" providerId="ADAL" clId="{B12C10ED-5225-47BC-8AFC-CEBD301F6A16}" dt="2024-09-12T22:19:15.688" v="1360" actId="26606"/>
          <ac:spMkLst>
            <pc:docMk/>
            <pc:sldMk cId="2303006756" sldId="264"/>
            <ac:spMk id="24" creationId="{D1A684E7-FC3D-4F0E-9F70-C69B3BEFCA22}"/>
          </ac:spMkLst>
        </pc:spChg>
        <pc:spChg chg="add del">
          <ac:chgData name="Tom Maurer" userId="63e8d4ad-d51a-484a-93f0-e9b7fcba0e4f" providerId="ADAL" clId="{B12C10ED-5225-47BC-8AFC-CEBD301F6A16}" dt="2024-09-12T22:19:15.688" v="1360" actId="26606"/>
          <ac:spMkLst>
            <pc:docMk/>
            <pc:sldMk cId="2303006756" sldId="264"/>
            <ac:spMk id="26" creationId="{E284F65F-D81D-4196-A4FB-F1C7EAC55532}"/>
          </ac:spMkLst>
        </pc:spChg>
        <pc:spChg chg="add del">
          <ac:chgData name="Tom Maurer" userId="63e8d4ad-d51a-484a-93f0-e9b7fcba0e4f" providerId="ADAL" clId="{B12C10ED-5225-47BC-8AFC-CEBD301F6A16}" dt="2024-09-12T22:19:15.688" v="1360" actId="26606"/>
          <ac:spMkLst>
            <pc:docMk/>
            <pc:sldMk cId="2303006756" sldId="264"/>
            <ac:spMk id="28" creationId="{FE0E41EA-15C8-4C96-84B8-F9BBB96B5035}"/>
          </ac:spMkLst>
        </pc:spChg>
        <pc:spChg chg="add del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37" creationId="{BDBE258A-7E75-4D51-B4CB-C95FB702EE2F}"/>
          </ac:spMkLst>
        </pc:spChg>
        <pc:spChg chg="add del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43" creationId="{4630FC49-2A84-4315-BFDF-2CEF7B0BD5BA}"/>
          </ac:spMkLst>
        </pc:spChg>
        <pc:spChg chg="add del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45" creationId="{172A5208-F06F-4E40-A2A4-536C477FD047}"/>
          </ac:spMkLst>
        </pc:spChg>
        <pc:spChg chg="add del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47" creationId="{6778F665-E696-4E2E-8233-E17BE8970D50}"/>
          </ac:spMkLst>
        </pc:spChg>
        <pc:spChg chg="add del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49" creationId="{227D4A37-3DA5-4A83-8BCA-E40A93967672}"/>
          </ac:spMkLst>
        </pc:spChg>
        <pc:spChg chg="add del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51" creationId="{1B111820-A087-4A1C-93B0-CBE6D20EB022}"/>
          </ac:spMkLst>
        </pc:spChg>
        <pc:spChg chg="add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60" creationId="{BDBE258A-7E75-4D51-B4CB-C95FB702EE2F}"/>
          </ac:spMkLst>
        </pc:spChg>
        <pc:spChg chg="add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66" creationId="{4630FC49-2A84-4315-BFDF-2CEF7B0BD5BA}"/>
          </ac:spMkLst>
        </pc:spChg>
        <pc:spChg chg="add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68" creationId="{B73B6772-591A-4693-928C-DBC76DED4243}"/>
          </ac:spMkLst>
        </pc:spChg>
        <pc:spChg chg="add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70" creationId="{DF7B3D85-9113-4F35-900A-E715C57FF59B}"/>
          </ac:spMkLst>
        </pc:spChg>
        <pc:spChg chg="add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72" creationId="{C680EBCB-6C14-4A9B-8857-C922E0F46706}"/>
          </ac:spMkLst>
        </pc:spChg>
        <pc:spChg chg="add">
          <ac:chgData name="Tom Maurer" userId="63e8d4ad-d51a-484a-93f0-e9b7fcba0e4f" providerId="ADAL" clId="{B12C10ED-5225-47BC-8AFC-CEBD301F6A16}" dt="2024-09-12T22:19:22.794" v="1364" actId="26606"/>
          <ac:spMkLst>
            <pc:docMk/>
            <pc:sldMk cId="2303006756" sldId="264"/>
            <ac:spMk id="74" creationId="{9A88AE3E-2DAB-4AA1-916B-90374D40BA43}"/>
          </ac:spMkLst>
        </pc:spChg>
        <pc:picChg chg="add mod">
          <ac:chgData name="Tom Maurer" userId="63e8d4ad-d51a-484a-93f0-e9b7fcba0e4f" providerId="ADAL" clId="{B12C10ED-5225-47BC-8AFC-CEBD301F6A16}" dt="2024-09-12T22:19:30.557" v="1366" actId="1076"/>
          <ac:picMkLst>
            <pc:docMk/>
            <pc:sldMk cId="2303006756" sldId="264"/>
            <ac:picMk id="4" creationId="{7951A00A-FDD0-D668-601B-8672886CA40C}"/>
          </ac:picMkLst>
        </pc:picChg>
        <pc:picChg chg="add mod ord">
          <ac:chgData name="Tom Maurer" userId="63e8d4ad-d51a-484a-93f0-e9b7fcba0e4f" providerId="ADAL" clId="{B12C10ED-5225-47BC-8AFC-CEBD301F6A16}" dt="2024-09-12T22:19:38.282" v="1370" actId="1076"/>
          <ac:picMkLst>
            <pc:docMk/>
            <pc:sldMk cId="2303006756" sldId="264"/>
            <ac:picMk id="6" creationId="{27E06EC7-2D6A-5E27-B64E-66B294B82480}"/>
          </ac:picMkLst>
        </pc:picChg>
        <pc:picChg chg="add mod">
          <ac:chgData name="Tom Maurer" userId="63e8d4ad-d51a-484a-93f0-e9b7fcba0e4f" providerId="ADAL" clId="{B12C10ED-5225-47BC-8AFC-CEBD301F6A16}" dt="2024-09-12T22:19:34.435" v="1368" actId="1076"/>
          <ac:picMkLst>
            <pc:docMk/>
            <pc:sldMk cId="2303006756" sldId="264"/>
            <ac:picMk id="7" creationId="{1B990808-3EFB-34ED-FE8E-F6B4F711258B}"/>
          </ac:picMkLst>
        </pc:picChg>
        <pc:picChg chg="add del">
          <ac:chgData name="Tom Maurer" userId="63e8d4ad-d51a-484a-93f0-e9b7fcba0e4f" providerId="ADAL" clId="{B12C10ED-5225-47BC-8AFC-CEBD301F6A16}" dt="2024-09-12T22:19:15.688" v="1360" actId="26606"/>
          <ac:picMkLst>
            <pc:docMk/>
            <pc:sldMk cId="2303006756" sldId="264"/>
            <ac:picMk id="10" creationId="{7594FC8B-8CD2-407F-94F1-9C71F5AEC2B6}"/>
          </ac:picMkLst>
        </pc:picChg>
        <pc:picChg chg="add del">
          <ac:chgData name="Tom Maurer" userId="63e8d4ad-d51a-484a-93f0-e9b7fcba0e4f" providerId="ADAL" clId="{B12C10ED-5225-47BC-8AFC-CEBD301F6A16}" dt="2024-09-12T22:19:15.688" v="1360" actId="26606"/>
          <ac:picMkLst>
            <pc:docMk/>
            <pc:sldMk cId="2303006756" sldId="264"/>
            <ac:picMk id="12" creationId="{DBABC971-8D40-4A4F-AC60-28B9172789B9}"/>
          </ac:picMkLst>
        </pc:picChg>
        <pc:picChg chg="add del">
          <ac:chgData name="Tom Maurer" userId="63e8d4ad-d51a-484a-93f0-e9b7fcba0e4f" providerId="ADAL" clId="{B12C10ED-5225-47BC-8AFC-CEBD301F6A16}" dt="2024-09-12T22:19:15.688" v="1360" actId="26606"/>
          <ac:picMkLst>
            <pc:docMk/>
            <pc:sldMk cId="2303006756" sldId="264"/>
            <ac:picMk id="16" creationId="{791AE23E-90C9-4963-96E2-8DADBFC3BC09}"/>
          </ac:picMkLst>
        </pc:picChg>
        <pc:picChg chg="add del">
          <ac:chgData name="Tom Maurer" userId="63e8d4ad-d51a-484a-93f0-e9b7fcba0e4f" providerId="ADAL" clId="{B12C10ED-5225-47BC-8AFC-CEBD301F6A16}" dt="2024-09-12T22:19:15.688" v="1360" actId="26606"/>
          <ac:picMkLst>
            <pc:docMk/>
            <pc:sldMk cId="2303006756" sldId="264"/>
            <ac:picMk id="18" creationId="{C5F93E90-4379-4AAC-B021-E5FA6D974AED}"/>
          </ac:picMkLst>
        </pc:picChg>
        <pc:picChg chg="add del">
          <ac:chgData name="Tom Maurer" userId="63e8d4ad-d51a-484a-93f0-e9b7fcba0e4f" providerId="ADAL" clId="{B12C10ED-5225-47BC-8AFC-CEBD301F6A16}" dt="2024-09-12T22:19:22.794" v="1364" actId="26606"/>
          <ac:picMkLst>
            <pc:docMk/>
            <pc:sldMk cId="2303006756" sldId="264"/>
            <ac:picMk id="33" creationId="{9EB56FE1-6944-43D7-8440-1190DAED6EBD}"/>
          </ac:picMkLst>
        </pc:picChg>
        <pc:picChg chg="add del">
          <ac:chgData name="Tom Maurer" userId="63e8d4ad-d51a-484a-93f0-e9b7fcba0e4f" providerId="ADAL" clId="{B12C10ED-5225-47BC-8AFC-CEBD301F6A16}" dt="2024-09-12T22:19:22.794" v="1364" actId="26606"/>
          <ac:picMkLst>
            <pc:docMk/>
            <pc:sldMk cId="2303006756" sldId="264"/>
            <ac:picMk id="35" creationId="{6B89412C-5C0E-4547-8705-988BE3ED22CD}"/>
          </ac:picMkLst>
        </pc:picChg>
        <pc:picChg chg="add del">
          <ac:chgData name="Tom Maurer" userId="63e8d4ad-d51a-484a-93f0-e9b7fcba0e4f" providerId="ADAL" clId="{B12C10ED-5225-47BC-8AFC-CEBD301F6A16}" dt="2024-09-12T22:19:22.794" v="1364" actId="26606"/>
          <ac:picMkLst>
            <pc:docMk/>
            <pc:sldMk cId="2303006756" sldId="264"/>
            <ac:picMk id="39" creationId="{8EEFF789-5B8D-402B-A041-F15E9276D012}"/>
          </ac:picMkLst>
        </pc:picChg>
        <pc:picChg chg="add del">
          <ac:chgData name="Tom Maurer" userId="63e8d4ad-d51a-484a-93f0-e9b7fcba0e4f" providerId="ADAL" clId="{B12C10ED-5225-47BC-8AFC-CEBD301F6A16}" dt="2024-09-12T22:19:22.794" v="1364" actId="26606"/>
          <ac:picMkLst>
            <pc:docMk/>
            <pc:sldMk cId="2303006756" sldId="264"/>
            <ac:picMk id="41" creationId="{BFD1ECE8-0DC1-4BED-8616-8EC623A917F7}"/>
          </ac:picMkLst>
        </pc:picChg>
        <pc:picChg chg="add">
          <ac:chgData name="Tom Maurer" userId="63e8d4ad-d51a-484a-93f0-e9b7fcba0e4f" providerId="ADAL" clId="{B12C10ED-5225-47BC-8AFC-CEBD301F6A16}" dt="2024-09-12T22:19:22.794" v="1364" actId="26606"/>
          <ac:picMkLst>
            <pc:docMk/>
            <pc:sldMk cId="2303006756" sldId="264"/>
            <ac:picMk id="56" creationId="{9EB56FE1-6944-43D7-8440-1190DAED6EBD}"/>
          </ac:picMkLst>
        </pc:picChg>
        <pc:picChg chg="add">
          <ac:chgData name="Tom Maurer" userId="63e8d4ad-d51a-484a-93f0-e9b7fcba0e4f" providerId="ADAL" clId="{B12C10ED-5225-47BC-8AFC-CEBD301F6A16}" dt="2024-09-12T22:19:22.794" v="1364" actId="26606"/>
          <ac:picMkLst>
            <pc:docMk/>
            <pc:sldMk cId="2303006756" sldId="264"/>
            <ac:picMk id="58" creationId="{6B89412C-5C0E-4547-8705-988BE3ED22CD}"/>
          </ac:picMkLst>
        </pc:picChg>
        <pc:picChg chg="add">
          <ac:chgData name="Tom Maurer" userId="63e8d4ad-d51a-484a-93f0-e9b7fcba0e4f" providerId="ADAL" clId="{B12C10ED-5225-47BC-8AFC-CEBD301F6A16}" dt="2024-09-12T22:19:22.794" v="1364" actId="26606"/>
          <ac:picMkLst>
            <pc:docMk/>
            <pc:sldMk cId="2303006756" sldId="264"/>
            <ac:picMk id="62" creationId="{8EEFF789-5B8D-402B-A041-F15E9276D012}"/>
          </ac:picMkLst>
        </pc:picChg>
        <pc:picChg chg="add">
          <ac:chgData name="Tom Maurer" userId="63e8d4ad-d51a-484a-93f0-e9b7fcba0e4f" providerId="ADAL" clId="{B12C10ED-5225-47BC-8AFC-CEBD301F6A16}" dt="2024-09-12T22:19:22.794" v="1364" actId="26606"/>
          <ac:picMkLst>
            <pc:docMk/>
            <pc:sldMk cId="2303006756" sldId="264"/>
            <ac:picMk id="64" creationId="{BFD1ECE8-0DC1-4BED-8616-8EC623A917F7}"/>
          </ac:picMkLst>
        </pc:picChg>
      </pc:sldChg>
      <pc:sldChg chg="addSp delSp modSp new mod setBg">
        <pc:chgData name="Tom Maurer" userId="63e8d4ad-d51a-484a-93f0-e9b7fcba0e4f" providerId="ADAL" clId="{B12C10ED-5225-47BC-8AFC-CEBD301F6A16}" dt="2024-09-12T22:24:14.650" v="1469" actId="1076"/>
        <pc:sldMkLst>
          <pc:docMk/>
          <pc:sldMk cId="1870777156" sldId="265"/>
        </pc:sldMkLst>
        <pc:spChg chg="mod">
          <ac:chgData name="Tom Maurer" userId="63e8d4ad-d51a-484a-93f0-e9b7fcba0e4f" providerId="ADAL" clId="{B12C10ED-5225-47BC-8AFC-CEBD301F6A16}" dt="2024-09-12T22:23:58.691" v="1461" actId="26606"/>
          <ac:spMkLst>
            <pc:docMk/>
            <pc:sldMk cId="1870777156" sldId="265"/>
            <ac:spMk id="2" creationId="{AC56A398-F880-31BB-E026-E620C2775FCD}"/>
          </ac:spMkLst>
        </pc:spChg>
        <pc:spChg chg="mod">
          <ac:chgData name="Tom Maurer" userId="63e8d4ad-d51a-484a-93f0-e9b7fcba0e4f" providerId="ADAL" clId="{B12C10ED-5225-47BC-8AFC-CEBD301F6A16}" dt="2024-09-12T22:24:10.190" v="1467" actId="403"/>
          <ac:spMkLst>
            <pc:docMk/>
            <pc:sldMk cId="1870777156" sldId="265"/>
            <ac:spMk id="3" creationId="{A50CF8FF-5295-3445-9FD6-E02D5759656C}"/>
          </ac:spMkLst>
        </pc:spChg>
        <pc:spChg chg="add del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14" creationId="{B9C04DC5-313B-4FE4-B868-5672A376419F}"/>
          </ac:spMkLst>
        </pc:spChg>
        <pc:spChg chg="add del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20" creationId="{329FDD08-42D8-4AFF-90E5-5DAA5BC4CBD8}"/>
          </ac:spMkLst>
        </pc:spChg>
        <pc:spChg chg="add del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22" creationId="{A89F1728-E5A8-4BD0-B9CA-EEF2932EF7FF}"/>
          </ac:spMkLst>
        </pc:spChg>
        <pc:spChg chg="add del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24" creationId="{BB9D57DE-38E5-4D79-A639-6C94A39EFA81}"/>
          </ac:spMkLst>
        </pc:spChg>
        <pc:spChg chg="add del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26" creationId="{60C18FE5-FC12-4EB1-8FE4-487733A2F68C}"/>
          </ac:spMkLst>
        </pc:spChg>
        <pc:spChg chg="add del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28" creationId="{D169092A-AB26-44D5-B7AB-FCEF25A5A7F0}"/>
          </ac:spMkLst>
        </pc:spChg>
        <pc:spChg chg="add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37" creationId="{B9C04DC5-313B-4FE4-B868-5672A376419F}"/>
          </ac:spMkLst>
        </pc:spChg>
        <pc:spChg chg="add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43" creationId="{329FDD08-42D8-4AFF-90E5-5DAA5BC4CBD8}"/>
          </ac:spMkLst>
        </pc:spChg>
        <pc:spChg chg="add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45" creationId="{A89F1728-E5A8-4BD0-B9CA-EEF2932EF7FF}"/>
          </ac:spMkLst>
        </pc:spChg>
        <pc:spChg chg="add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47" creationId="{BB9D57DE-38E5-4D79-A639-6C94A39EFA81}"/>
          </ac:spMkLst>
        </pc:spChg>
        <pc:spChg chg="add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49" creationId="{60C18FE5-FC12-4EB1-8FE4-487733A2F68C}"/>
          </ac:spMkLst>
        </pc:spChg>
        <pc:spChg chg="add">
          <ac:chgData name="Tom Maurer" userId="63e8d4ad-d51a-484a-93f0-e9b7fcba0e4f" providerId="ADAL" clId="{B12C10ED-5225-47BC-8AFC-CEBD301F6A16}" dt="2024-09-12T22:24:02.274" v="1463" actId="26606"/>
          <ac:spMkLst>
            <pc:docMk/>
            <pc:sldMk cId="1870777156" sldId="265"/>
            <ac:spMk id="51" creationId="{D169092A-AB26-44D5-B7AB-FCEF25A5A7F0}"/>
          </ac:spMkLst>
        </pc:spChg>
        <pc:picChg chg="add mod">
          <ac:chgData name="Tom Maurer" userId="63e8d4ad-d51a-484a-93f0-e9b7fcba0e4f" providerId="ADAL" clId="{B12C10ED-5225-47BC-8AFC-CEBD301F6A16}" dt="2024-09-12T22:24:14.650" v="1469" actId="1076"/>
          <ac:picMkLst>
            <pc:docMk/>
            <pc:sldMk cId="1870777156" sldId="265"/>
            <ac:picMk id="5" creationId="{77B79FA8-55C5-835F-B78C-38A88109F9BB}"/>
          </ac:picMkLst>
        </pc:picChg>
        <pc:picChg chg="add del">
          <ac:chgData name="Tom Maurer" userId="63e8d4ad-d51a-484a-93f0-e9b7fcba0e4f" providerId="ADAL" clId="{B12C10ED-5225-47BC-8AFC-CEBD301F6A16}" dt="2024-09-12T22:24:02.274" v="1463" actId="26606"/>
          <ac:picMkLst>
            <pc:docMk/>
            <pc:sldMk cId="1870777156" sldId="265"/>
            <ac:picMk id="10" creationId="{7594FC8B-8CD2-407F-94F1-9C71F5AEC2B6}"/>
          </ac:picMkLst>
        </pc:picChg>
        <pc:picChg chg="add del">
          <ac:chgData name="Tom Maurer" userId="63e8d4ad-d51a-484a-93f0-e9b7fcba0e4f" providerId="ADAL" clId="{B12C10ED-5225-47BC-8AFC-CEBD301F6A16}" dt="2024-09-12T22:24:02.274" v="1463" actId="26606"/>
          <ac:picMkLst>
            <pc:docMk/>
            <pc:sldMk cId="1870777156" sldId="265"/>
            <ac:picMk id="12" creationId="{DBABC971-8D40-4A4F-AC60-28B9172789B9}"/>
          </ac:picMkLst>
        </pc:picChg>
        <pc:picChg chg="add del">
          <ac:chgData name="Tom Maurer" userId="63e8d4ad-d51a-484a-93f0-e9b7fcba0e4f" providerId="ADAL" clId="{B12C10ED-5225-47BC-8AFC-CEBD301F6A16}" dt="2024-09-12T22:24:02.274" v="1463" actId="26606"/>
          <ac:picMkLst>
            <pc:docMk/>
            <pc:sldMk cId="1870777156" sldId="265"/>
            <ac:picMk id="16" creationId="{791AE23E-90C9-4963-96E2-8DADBFC3BC09}"/>
          </ac:picMkLst>
        </pc:picChg>
        <pc:picChg chg="add del">
          <ac:chgData name="Tom Maurer" userId="63e8d4ad-d51a-484a-93f0-e9b7fcba0e4f" providerId="ADAL" clId="{B12C10ED-5225-47BC-8AFC-CEBD301F6A16}" dt="2024-09-12T22:24:02.274" v="1463" actId="26606"/>
          <ac:picMkLst>
            <pc:docMk/>
            <pc:sldMk cId="1870777156" sldId="265"/>
            <ac:picMk id="18" creationId="{C5F93E90-4379-4AAC-B021-E5FA6D974AED}"/>
          </ac:picMkLst>
        </pc:picChg>
        <pc:picChg chg="add">
          <ac:chgData name="Tom Maurer" userId="63e8d4ad-d51a-484a-93f0-e9b7fcba0e4f" providerId="ADAL" clId="{B12C10ED-5225-47BC-8AFC-CEBD301F6A16}" dt="2024-09-12T22:24:02.274" v="1463" actId="26606"/>
          <ac:picMkLst>
            <pc:docMk/>
            <pc:sldMk cId="1870777156" sldId="265"/>
            <ac:picMk id="33" creationId="{7594FC8B-8CD2-407F-94F1-9C71F5AEC2B6}"/>
          </ac:picMkLst>
        </pc:picChg>
        <pc:picChg chg="add">
          <ac:chgData name="Tom Maurer" userId="63e8d4ad-d51a-484a-93f0-e9b7fcba0e4f" providerId="ADAL" clId="{B12C10ED-5225-47BC-8AFC-CEBD301F6A16}" dt="2024-09-12T22:24:02.274" v="1463" actId="26606"/>
          <ac:picMkLst>
            <pc:docMk/>
            <pc:sldMk cId="1870777156" sldId="265"/>
            <ac:picMk id="35" creationId="{DBABC971-8D40-4A4F-AC60-28B9172789B9}"/>
          </ac:picMkLst>
        </pc:picChg>
        <pc:picChg chg="add">
          <ac:chgData name="Tom Maurer" userId="63e8d4ad-d51a-484a-93f0-e9b7fcba0e4f" providerId="ADAL" clId="{B12C10ED-5225-47BC-8AFC-CEBD301F6A16}" dt="2024-09-12T22:24:02.274" v="1463" actId="26606"/>
          <ac:picMkLst>
            <pc:docMk/>
            <pc:sldMk cId="1870777156" sldId="265"/>
            <ac:picMk id="39" creationId="{791AE23E-90C9-4963-96E2-8DADBFC3BC09}"/>
          </ac:picMkLst>
        </pc:picChg>
        <pc:picChg chg="add">
          <ac:chgData name="Tom Maurer" userId="63e8d4ad-d51a-484a-93f0-e9b7fcba0e4f" providerId="ADAL" clId="{B12C10ED-5225-47BC-8AFC-CEBD301F6A16}" dt="2024-09-12T22:24:02.274" v="1463" actId="26606"/>
          <ac:picMkLst>
            <pc:docMk/>
            <pc:sldMk cId="1870777156" sldId="265"/>
            <ac:picMk id="41" creationId="{C5F93E90-4379-4AAC-B021-E5FA6D974AED}"/>
          </ac:picMkLst>
        </pc:picChg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2541004291" sldId="265"/>
        </pc:sldMkLst>
      </pc:sldChg>
      <pc:sldChg chg="modSp new del mod">
        <pc:chgData name="Tom Maurer" userId="63e8d4ad-d51a-484a-93f0-e9b7fcba0e4f" providerId="ADAL" clId="{B12C10ED-5225-47BC-8AFC-CEBD301F6A16}" dt="2024-09-12T21:28:39.967" v="206" actId="680"/>
        <pc:sldMkLst>
          <pc:docMk/>
          <pc:sldMk cId="985243088" sldId="266"/>
        </pc:sldMkLst>
        <pc:spChg chg="mod">
          <ac:chgData name="Tom Maurer" userId="63e8d4ad-d51a-484a-93f0-e9b7fcba0e4f" providerId="ADAL" clId="{B12C10ED-5225-47BC-8AFC-CEBD301F6A16}" dt="2024-09-12T21:28:38.521" v="205" actId="20577"/>
          <ac:spMkLst>
            <pc:docMk/>
            <pc:sldMk cId="985243088" sldId="266"/>
            <ac:spMk id="2" creationId="{C904545B-AE34-4894-FA1C-7F59CD316415}"/>
          </ac:spMkLst>
        </pc:spChg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2507337001" sldId="266"/>
        </pc:sldMkLst>
      </pc:sldChg>
      <pc:sldChg chg="addSp delSp modSp new mod setBg modNotesTx">
        <pc:chgData name="Tom Maurer" userId="63e8d4ad-d51a-484a-93f0-e9b7fcba0e4f" providerId="ADAL" clId="{B12C10ED-5225-47BC-8AFC-CEBD301F6A16}" dt="2024-09-12T22:36:07.231" v="2235" actId="1076"/>
        <pc:sldMkLst>
          <pc:docMk/>
          <pc:sldMk cId="2868600526" sldId="266"/>
        </pc:sldMkLst>
        <pc:spChg chg="del mod">
          <ac:chgData name="Tom Maurer" userId="63e8d4ad-d51a-484a-93f0-e9b7fcba0e4f" providerId="ADAL" clId="{B12C10ED-5225-47BC-8AFC-CEBD301F6A16}" dt="2024-09-12T22:25:32.516" v="1503" actId="478"/>
          <ac:spMkLst>
            <pc:docMk/>
            <pc:sldMk cId="2868600526" sldId="266"/>
            <ac:spMk id="2" creationId="{E4881EA3-4BDC-130F-A8F5-9CE41F7003ED}"/>
          </ac:spMkLst>
        </pc:spChg>
        <pc:spChg chg="mod ord">
          <ac:chgData name="Tom Maurer" userId="63e8d4ad-d51a-484a-93f0-e9b7fcba0e4f" providerId="ADAL" clId="{B12C10ED-5225-47BC-8AFC-CEBD301F6A16}" dt="2024-09-12T22:35:05.503" v="2233" actId="20577"/>
          <ac:spMkLst>
            <pc:docMk/>
            <pc:sldMk cId="2868600526" sldId="266"/>
            <ac:spMk id="3" creationId="{E4778354-0D17-141C-3CC8-E8CAB7DD56C6}"/>
          </ac:spMkLst>
        </pc:spChg>
        <pc:spChg chg="add mod">
          <ac:chgData name="Tom Maurer" userId="63e8d4ad-d51a-484a-93f0-e9b7fcba0e4f" providerId="ADAL" clId="{B12C10ED-5225-47BC-8AFC-CEBD301F6A16}" dt="2024-09-12T22:34:34.434" v="2187" actId="26606"/>
          <ac:spMkLst>
            <pc:docMk/>
            <pc:sldMk cId="2868600526" sldId="266"/>
            <ac:spMk id="5" creationId="{6A2512D1-470A-B644-52DF-144470E82449}"/>
          </ac:spMkLst>
        </pc:spChg>
        <pc:spChg chg="add">
          <ac:chgData name="Tom Maurer" userId="63e8d4ad-d51a-484a-93f0-e9b7fcba0e4f" providerId="ADAL" clId="{B12C10ED-5225-47BC-8AFC-CEBD301F6A16}" dt="2024-09-12T22:34:34.434" v="2187" actId="26606"/>
          <ac:spMkLst>
            <pc:docMk/>
            <pc:sldMk cId="2868600526" sldId="266"/>
            <ac:spMk id="16" creationId="{B9C04DC5-313B-4FE4-B868-5672A376419F}"/>
          </ac:spMkLst>
        </pc:spChg>
        <pc:spChg chg="add">
          <ac:chgData name="Tom Maurer" userId="63e8d4ad-d51a-484a-93f0-e9b7fcba0e4f" providerId="ADAL" clId="{B12C10ED-5225-47BC-8AFC-CEBD301F6A16}" dt="2024-09-12T22:34:34.434" v="2187" actId="26606"/>
          <ac:spMkLst>
            <pc:docMk/>
            <pc:sldMk cId="2868600526" sldId="266"/>
            <ac:spMk id="22" creationId="{329FDD08-42D8-4AFF-90E5-5DAA5BC4CBD8}"/>
          </ac:spMkLst>
        </pc:spChg>
        <pc:spChg chg="add">
          <ac:chgData name="Tom Maurer" userId="63e8d4ad-d51a-484a-93f0-e9b7fcba0e4f" providerId="ADAL" clId="{B12C10ED-5225-47BC-8AFC-CEBD301F6A16}" dt="2024-09-12T22:34:34.434" v="2187" actId="26606"/>
          <ac:spMkLst>
            <pc:docMk/>
            <pc:sldMk cId="2868600526" sldId="266"/>
            <ac:spMk id="24" creationId="{AD488FAE-8A33-44D2-922D-E1A7E147D9DE}"/>
          </ac:spMkLst>
        </pc:spChg>
        <pc:spChg chg="add">
          <ac:chgData name="Tom Maurer" userId="63e8d4ad-d51a-484a-93f0-e9b7fcba0e4f" providerId="ADAL" clId="{B12C10ED-5225-47BC-8AFC-CEBD301F6A16}" dt="2024-09-12T22:34:34.434" v="2187" actId="26606"/>
          <ac:spMkLst>
            <pc:docMk/>
            <pc:sldMk cId="2868600526" sldId="266"/>
            <ac:spMk id="26" creationId="{D1A684E7-FC3D-4F0E-9F70-C69B3BEFCA22}"/>
          </ac:spMkLst>
        </pc:spChg>
        <pc:spChg chg="add">
          <ac:chgData name="Tom Maurer" userId="63e8d4ad-d51a-484a-93f0-e9b7fcba0e4f" providerId="ADAL" clId="{B12C10ED-5225-47BC-8AFC-CEBD301F6A16}" dt="2024-09-12T22:34:34.434" v="2187" actId="26606"/>
          <ac:spMkLst>
            <pc:docMk/>
            <pc:sldMk cId="2868600526" sldId="266"/>
            <ac:spMk id="28" creationId="{E284F65F-D81D-4196-A4FB-F1C7EAC55532}"/>
          </ac:spMkLst>
        </pc:spChg>
        <pc:spChg chg="add">
          <ac:chgData name="Tom Maurer" userId="63e8d4ad-d51a-484a-93f0-e9b7fcba0e4f" providerId="ADAL" clId="{B12C10ED-5225-47BC-8AFC-CEBD301F6A16}" dt="2024-09-12T22:34:34.434" v="2187" actId="26606"/>
          <ac:spMkLst>
            <pc:docMk/>
            <pc:sldMk cId="2868600526" sldId="266"/>
            <ac:spMk id="30" creationId="{FE0E41EA-15C8-4C96-84B8-F9BBB96B5035}"/>
          </ac:spMkLst>
        </pc:spChg>
        <pc:picChg chg="add mod">
          <ac:chgData name="Tom Maurer" userId="63e8d4ad-d51a-484a-93f0-e9b7fcba0e4f" providerId="ADAL" clId="{B12C10ED-5225-47BC-8AFC-CEBD301F6A16}" dt="2024-09-12T22:36:07.231" v="2235" actId="1076"/>
          <ac:picMkLst>
            <pc:docMk/>
            <pc:sldMk cId="2868600526" sldId="266"/>
            <ac:picMk id="7" creationId="{EB49BB36-A2E5-6F60-D898-2A89E11B3D9A}"/>
          </ac:picMkLst>
        </pc:picChg>
        <pc:picChg chg="add">
          <ac:chgData name="Tom Maurer" userId="63e8d4ad-d51a-484a-93f0-e9b7fcba0e4f" providerId="ADAL" clId="{B12C10ED-5225-47BC-8AFC-CEBD301F6A16}" dt="2024-09-12T22:34:34.434" v="2187" actId="26606"/>
          <ac:picMkLst>
            <pc:docMk/>
            <pc:sldMk cId="2868600526" sldId="266"/>
            <ac:picMk id="12" creationId="{7594FC8B-8CD2-407F-94F1-9C71F5AEC2B6}"/>
          </ac:picMkLst>
        </pc:picChg>
        <pc:picChg chg="add">
          <ac:chgData name="Tom Maurer" userId="63e8d4ad-d51a-484a-93f0-e9b7fcba0e4f" providerId="ADAL" clId="{B12C10ED-5225-47BC-8AFC-CEBD301F6A16}" dt="2024-09-12T22:34:34.434" v="2187" actId="26606"/>
          <ac:picMkLst>
            <pc:docMk/>
            <pc:sldMk cId="2868600526" sldId="266"/>
            <ac:picMk id="14" creationId="{DBABC971-8D40-4A4F-AC60-28B9172789B9}"/>
          </ac:picMkLst>
        </pc:picChg>
        <pc:picChg chg="add">
          <ac:chgData name="Tom Maurer" userId="63e8d4ad-d51a-484a-93f0-e9b7fcba0e4f" providerId="ADAL" clId="{B12C10ED-5225-47BC-8AFC-CEBD301F6A16}" dt="2024-09-12T22:34:34.434" v="2187" actId="26606"/>
          <ac:picMkLst>
            <pc:docMk/>
            <pc:sldMk cId="2868600526" sldId="266"/>
            <ac:picMk id="18" creationId="{791AE23E-90C9-4963-96E2-8DADBFC3BC09}"/>
          </ac:picMkLst>
        </pc:picChg>
        <pc:picChg chg="add">
          <ac:chgData name="Tom Maurer" userId="63e8d4ad-d51a-484a-93f0-e9b7fcba0e4f" providerId="ADAL" clId="{B12C10ED-5225-47BC-8AFC-CEBD301F6A16}" dt="2024-09-12T22:34:34.434" v="2187" actId="26606"/>
          <ac:picMkLst>
            <pc:docMk/>
            <pc:sldMk cId="2868600526" sldId="266"/>
            <ac:picMk id="20" creationId="{C5F93E90-4379-4AAC-B021-E5FA6D974AED}"/>
          </ac:picMkLst>
        </pc:picChg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3351909750" sldId="267"/>
        </pc:sldMkLst>
      </pc:sldChg>
      <pc:sldChg chg="addSp modSp new mod setBg">
        <pc:chgData name="Tom Maurer" userId="63e8d4ad-d51a-484a-93f0-e9b7fcba0e4f" providerId="ADAL" clId="{B12C10ED-5225-47BC-8AFC-CEBD301F6A16}" dt="2024-09-16T20:09:40.831" v="2631" actId="171"/>
        <pc:sldMkLst>
          <pc:docMk/>
          <pc:sldMk cId="3998316157" sldId="267"/>
        </pc:sldMkLst>
        <pc:spChg chg="mod">
          <ac:chgData name="Tom Maurer" userId="63e8d4ad-d51a-484a-93f0-e9b7fcba0e4f" providerId="ADAL" clId="{B12C10ED-5225-47BC-8AFC-CEBD301F6A16}" dt="2024-09-16T20:09:03.870" v="2509" actId="26606"/>
          <ac:spMkLst>
            <pc:docMk/>
            <pc:sldMk cId="3998316157" sldId="267"/>
            <ac:spMk id="2" creationId="{8854D460-FDF6-E86E-5EC0-BBAD54C313B4}"/>
          </ac:spMkLst>
        </pc:spChg>
        <pc:spChg chg="mod">
          <ac:chgData name="Tom Maurer" userId="63e8d4ad-d51a-484a-93f0-e9b7fcba0e4f" providerId="ADAL" clId="{B12C10ED-5225-47BC-8AFC-CEBD301F6A16}" dt="2024-09-16T20:09:03.870" v="2509" actId="26606"/>
          <ac:spMkLst>
            <pc:docMk/>
            <pc:sldMk cId="3998316157" sldId="267"/>
            <ac:spMk id="3" creationId="{45C8D0EA-5931-9DA0-0688-35ABFD1225D9}"/>
          </ac:spMkLst>
        </pc:spChg>
        <pc:spChg chg="add">
          <ac:chgData name="Tom Maurer" userId="63e8d4ad-d51a-484a-93f0-e9b7fcba0e4f" providerId="ADAL" clId="{B12C10ED-5225-47BC-8AFC-CEBD301F6A16}" dt="2024-09-16T20:09:03.870" v="2509" actId="26606"/>
          <ac:spMkLst>
            <pc:docMk/>
            <pc:sldMk cId="3998316157" sldId="267"/>
            <ac:spMk id="16" creationId="{5C86EC89-02DB-4384-8A63-0EFFEFD1BB96}"/>
          </ac:spMkLst>
        </pc:spChg>
        <pc:spChg chg="add">
          <ac:chgData name="Tom Maurer" userId="63e8d4ad-d51a-484a-93f0-e9b7fcba0e4f" providerId="ADAL" clId="{B12C10ED-5225-47BC-8AFC-CEBD301F6A16}" dt="2024-09-16T20:09:03.870" v="2509" actId="26606"/>
          <ac:spMkLst>
            <pc:docMk/>
            <pc:sldMk cId="3998316157" sldId="267"/>
            <ac:spMk id="22" creationId="{93E59372-1F66-480B-ADD0-8000A0547360}"/>
          </ac:spMkLst>
        </pc:spChg>
        <pc:spChg chg="add">
          <ac:chgData name="Tom Maurer" userId="63e8d4ad-d51a-484a-93f0-e9b7fcba0e4f" providerId="ADAL" clId="{B12C10ED-5225-47BC-8AFC-CEBD301F6A16}" dt="2024-09-16T20:09:03.870" v="2509" actId="26606"/>
          <ac:spMkLst>
            <pc:docMk/>
            <pc:sldMk cId="3998316157" sldId="267"/>
            <ac:spMk id="24" creationId="{2142F58F-1A18-445C-8057-25B9F986C282}"/>
          </ac:spMkLst>
        </pc:spChg>
        <pc:spChg chg="add">
          <ac:chgData name="Tom Maurer" userId="63e8d4ad-d51a-484a-93f0-e9b7fcba0e4f" providerId="ADAL" clId="{B12C10ED-5225-47BC-8AFC-CEBD301F6A16}" dt="2024-09-16T20:09:03.870" v="2509" actId="26606"/>
          <ac:spMkLst>
            <pc:docMk/>
            <pc:sldMk cId="3998316157" sldId="267"/>
            <ac:spMk id="26" creationId="{2C8825F8-2BBE-4F09-844D-BD569EE90A57}"/>
          </ac:spMkLst>
        </pc:spChg>
        <pc:spChg chg="add">
          <ac:chgData name="Tom Maurer" userId="63e8d4ad-d51a-484a-93f0-e9b7fcba0e4f" providerId="ADAL" clId="{B12C10ED-5225-47BC-8AFC-CEBD301F6A16}" dt="2024-09-16T20:09:03.870" v="2509" actId="26606"/>
          <ac:spMkLst>
            <pc:docMk/>
            <pc:sldMk cId="3998316157" sldId="267"/>
            <ac:spMk id="28" creationId="{1E0B305D-E4F9-4F9F-81CA-BDFBA88B2471}"/>
          </ac:spMkLst>
        </pc:spChg>
        <pc:spChg chg="add">
          <ac:chgData name="Tom Maurer" userId="63e8d4ad-d51a-484a-93f0-e9b7fcba0e4f" providerId="ADAL" clId="{B12C10ED-5225-47BC-8AFC-CEBD301F6A16}" dt="2024-09-16T20:09:03.870" v="2509" actId="26606"/>
          <ac:spMkLst>
            <pc:docMk/>
            <pc:sldMk cId="3998316157" sldId="267"/>
            <ac:spMk id="30" creationId="{1D77C917-B31B-4151-9BB3-768748C42572}"/>
          </ac:spMkLst>
        </pc:spChg>
        <pc:picChg chg="add mod ord">
          <ac:chgData name="Tom Maurer" userId="63e8d4ad-d51a-484a-93f0-e9b7fcba0e4f" providerId="ADAL" clId="{B12C10ED-5225-47BC-8AFC-CEBD301F6A16}" dt="2024-09-16T20:09:40.831" v="2631" actId="171"/>
          <ac:picMkLst>
            <pc:docMk/>
            <pc:sldMk cId="3998316157" sldId="267"/>
            <ac:picMk id="5" creationId="{AB52FFDD-C58B-D81F-000E-677C9CDC1B40}"/>
          </ac:picMkLst>
        </pc:picChg>
        <pc:picChg chg="add mod ord">
          <ac:chgData name="Tom Maurer" userId="63e8d4ad-d51a-484a-93f0-e9b7fcba0e4f" providerId="ADAL" clId="{B12C10ED-5225-47BC-8AFC-CEBD301F6A16}" dt="2024-09-16T20:09:23.040" v="2560" actId="1036"/>
          <ac:picMkLst>
            <pc:docMk/>
            <pc:sldMk cId="3998316157" sldId="267"/>
            <ac:picMk id="7" creationId="{0D4AEBC1-5DBD-841D-7F21-499322199291}"/>
          </ac:picMkLst>
        </pc:picChg>
        <pc:picChg chg="add">
          <ac:chgData name="Tom Maurer" userId="63e8d4ad-d51a-484a-93f0-e9b7fcba0e4f" providerId="ADAL" clId="{B12C10ED-5225-47BC-8AFC-CEBD301F6A16}" dt="2024-09-16T20:09:03.870" v="2509" actId="26606"/>
          <ac:picMkLst>
            <pc:docMk/>
            <pc:sldMk cId="3998316157" sldId="267"/>
            <ac:picMk id="12" creationId="{87B6323F-75FD-4FFA-950D-6D013A6DC1CB}"/>
          </ac:picMkLst>
        </pc:picChg>
        <pc:picChg chg="add">
          <ac:chgData name="Tom Maurer" userId="63e8d4ad-d51a-484a-93f0-e9b7fcba0e4f" providerId="ADAL" clId="{B12C10ED-5225-47BC-8AFC-CEBD301F6A16}" dt="2024-09-16T20:09:03.870" v="2509" actId="26606"/>
          <ac:picMkLst>
            <pc:docMk/>
            <pc:sldMk cId="3998316157" sldId="267"/>
            <ac:picMk id="14" creationId="{DA2C34EF-101A-44FE-8A31-E0A7F4776AA0}"/>
          </ac:picMkLst>
        </pc:picChg>
        <pc:picChg chg="add">
          <ac:chgData name="Tom Maurer" userId="63e8d4ad-d51a-484a-93f0-e9b7fcba0e4f" providerId="ADAL" clId="{B12C10ED-5225-47BC-8AFC-CEBD301F6A16}" dt="2024-09-16T20:09:03.870" v="2509" actId="26606"/>
          <ac:picMkLst>
            <pc:docMk/>
            <pc:sldMk cId="3998316157" sldId="267"/>
            <ac:picMk id="18" creationId="{54BB1565-EB36-4D75-8888-72796286DC15}"/>
          </ac:picMkLst>
        </pc:picChg>
        <pc:picChg chg="add">
          <ac:chgData name="Tom Maurer" userId="63e8d4ad-d51a-484a-93f0-e9b7fcba0e4f" providerId="ADAL" clId="{B12C10ED-5225-47BC-8AFC-CEBD301F6A16}" dt="2024-09-16T20:09:03.870" v="2509" actId="26606"/>
          <ac:picMkLst>
            <pc:docMk/>
            <pc:sldMk cId="3998316157" sldId="267"/>
            <ac:picMk id="20" creationId="{871DF8C3-722E-49D1-87D5-E0FB1D640932}"/>
          </ac:picMkLst>
        </pc:picChg>
      </pc:sldChg>
    </pc:docChg>
  </pc:docChgLst>
  <pc:docChgLst>
    <pc:chgData name="Tom Maurer" userId="63e8d4ad-d51a-484a-93f0-e9b7fcba0e4f" providerId="ADAL" clId="{AAE1D268-4738-442B-B87B-9F473273732A}"/>
    <pc:docChg chg="undo custSel addSld modSld sldOrd">
      <pc:chgData name="Tom Maurer" userId="63e8d4ad-d51a-484a-93f0-e9b7fcba0e4f" providerId="ADAL" clId="{AAE1D268-4738-442B-B87B-9F473273732A}" dt="2024-09-09T20:37:53.914" v="1448" actId="1076"/>
      <pc:docMkLst>
        <pc:docMk/>
      </pc:docMkLst>
      <pc:sldChg chg="modSp mod">
        <pc:chgData name="Tom Maurer" userId="63e8d4ad-d51a-484a-93f0-e9b7fcba0e4f" providerId="ADAL" clId="{AAE1D268-4738-442B-B87B-9F473273732A}" dt="2024-09-09T15:18:35.659" v="15" actId="20577"/>
        <pc:sldMkLst>
          <pc:docMk/>
          <pc:sldMk cId="1330967993" sldId="256"/>
        </pc:sldMkLst>
        <pc:spChg chg="mod">
          <ac:chgData name="Tom Maurer" userId="63e8d4ad-d51a-484a-93f0-e9b7fcba0e4f" providerId="ADAL" clId="{AAE1D268-4738-442B-B87B-9F473273732A}" dt="2024-09-09T15:18:35.659" v="15" actId="20577"/>
          <ac:spMkLst>
            <pc:docMk/>
            <pc:sldMk cId="1330967993" sldId="256"/>
            <ac:spMk id="2" creationId="{31233B63-26CE-A171-AA3C-D22BCC026A82}"/>
          </ac:spMkLst>
        </pc:spChg>
      </pc:sldChg>
      <pc:sldChg chg="addSp delSp modSp mod setBg">
        <pc:chgData name="Tom Maurer" userId="63e8d4ad-d51a-484a-93f0-e9b7fcba0e4f" providerId="ADAL" clId="{AAE1D268-4738-442B-B87B-9F473273732A}" dt="2024-09-09T15:28:29.369" v="263" actId="1076"/>
        <pc:sldMkLst>
          <pc:docMk/>
          <pc:sldMk cId="1679553109" sldId="261"/>
        </pc:sldMkLst>
        <pc:spChg chg="mod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2" creationId="{6E0822F7-2E55-734C-F241-A924D662A3B6}"/>
          </ac:spMkLst>
        </pc:spChg>
        <pc:spChg chg="mod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3" creationId="{C5E72B8D-23D6-3FC4-8010-CD2BB7F00644}"/>
          </ac:spMkLst>
        </pc:spChg>
        <pc:spChg chg="del">
          <ac:chgData name="Tom Maurer" userId="63e8d4ad-d51a-484a-93f0-e9b7fcba0e4f" providerId="ADAL" clId="{AAE1D268-4738-442B-B87B-9F473273732A}" dt="2024-09-09T15:27:47.512" v="254" actId="478"/>
          <ac:spMkLst>
            <pc:docMk/>
            <pc:sldMk cId="1679553109" sldId="261"/>
            <ac:spMk id="4" creationId="{E13BF161-CC87-D20C-4565-990B8DBA56B5}"/>
          </ac:spMkLst>
        </pc:spChg>
        <pc:spChg chg="del">
          <ac:chgData name="Tom Maurer" userId="63e8d4ad-d51a-484a-93f0-e9b7fcba0e4f" providerId="ADAL" clId="{AAE1D268-4738-442B-B87B-9F473273732A}" dt="2024-09-09T15:27:49.068" v="255" actId="478"/>
          <ac:spMkLst>
            <pc:docMk/>
            <pc:sldMk cId="1679553109" sldId="261"/>
            <ac:spMk id="7" creationId="{49C0300A-EF67-82D8-67FC-B10FC0AC8BB2}"/>
          </ac:spMkLst>
        </pc:spChg>
        <pc:spChg chg="add del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9" creationId="{A89F1728-E5A8-4BD0-B9CA-EEF2932EF7FF}"/>
          </ac:spMkLst>
        </pc:spChg>
        <pc:spChg chg="add del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13" creationId="{BB9D57DE-38E5-4D79-A639-6C94A39EFA81}"/>
          </ac:spMkLst>
        </pc:spChg>
        <pc:spChg chg="add del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14" creationId="{D169092A-AB26-44D5-B7AB-FCEF25A5A7F0}"/>
          </ac:spMkLst>
        </pc:spChg>
        <pc:spChg chg="add del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15" creationId="{60C18FE5-FC12-4EB1-8FE4-487733A2F68C}"/>
          </ac:spMkLst>
        </pc:spChg>
        <pc:picChg chg="add mod">
          <ac:chgData name="Tom Maurer" userId="63e8d4ad-d51a-484a-93f0-e9b7fcba0e4f" providerId="ADAL" clId="{AAE1D268-4738-442B-B87B-9F473273732A}" dt="2024-09-09T15:28:29.369" v="263" actId="1076"/>
          <ac:picMkLst>
            <pc:docMk/>
            <pc:sldMk cId="1679553109" sldId="261"/>
            <ac:picMk id="6" creationId="{A833B930-094B-5B82-5D72-1F79057A9C2B}"/>
          </ac:picMkLst>
        </pc:picChg>
      </pc:sldChg>
      <pc:sldChg chg="addSp delSp modSp mod setBg setClrOvrMap">
        <pc:chgData name="Tom Maurer" userId="63e8d4ad-d51a-484a-93f0-e9b7fcba0e4f" providerId="ADAL" clId="{AAE1D268-4738-442B-B87B-9F473273732A}" dt="2024-09-09T15:32:06.213" v="497" actId="20577"/>
        <pc:sldMkLst>
          <pc:docMk/>
          <pc:sldMk cId="2194712446" sldId="262"/>
        </pc:sldMkLst>
        <pc:spChg chg="mo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5" creationId="{1F76494F-375A-E059-765F-5AAA24B4F9D6}"/>
          </ac:spMkLst>
        </pc:spChg>
        <pc:spChg chg="del mo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6" creationId="{0361B96A-A385-66FB-0B9F-0FA2D5D21542}"/>
          </ac:spMkLst>
        </pc:spChg>
        <pc:spChg chg="del">
          <ac:chgData name="Tom Maurer" userId="63e8d4ad-d51a-484a-93f0-e9b7fcba0e4f" providerId="ADAL" clId="{AAE1D268-4738-442B-B87B-9F473273732A}" dt="2024-09-09T15:29:18.011" v="383" actId="478"/>
          <ac:spMkLst>
            <pc:docMk/>
            <pc:sldMk cId="2194712446" sldId="262"/>
            <ac:spMk id="9" creationId="{4646B0F0-BAB7-E798-134A-4A6474014A73}"/>
          </ac:spMkLst>
        </pc:spChg>
        <pc:spChg chg="del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27" creationId="{AD488FAE-8A33-44D2-922D-E1A7E147D9DE}"/>
          </ac:spMkLst>
        </pc:spChg>
        <pc:spChg chg="del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29" creationId="{D1A684E7-FC3D-4F0E-9F70-C69B3BEFCA22}"/>
          </ac:spMkLst>
        </pc:spChg>
        <pc:spChg chg="del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31" creationId="{E284F65F-D81D-4196-A4FB-F1C7EAC55532}"/>
          </ac:spMkLst>
        </pc:spChg>
        <pc:spChg chg="del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33" creationId="{FE0E41EA-15C8-4C96-84B8-F9BBB96B5035}"/>
          </ac:spMkLst>
        </pc:spChg>
        <pc:spChg chg="ad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39" creationId="{D8B9538A-2A89-47DD-996C-7D2BE2AB6CA0}"/>
          </ac:spMkLst>
        </pc:spChg>
        <pc:spChg chg="ad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41" creationId="{E625979B-5325-4898-8EF9-5C174B19218E}"/>
          </ac:spMkLst>
        </pc:spChg>
        <pc:spChg chg="ad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43" creationId="{34B22E2B-30D5-47A4-97C5-091EA1ABC728}"/>
          </ac:spMkLst>
        </pc:spChg>
        <pc:spChg chg="ad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45" creationId="{9B6DA3CD-A002-40ED-8194-B4E637BD7669}"/>
          </ac:spMkLst>
        </pc:spChg>
        <pc:graphicFrameChg chg="add mod modGraphic">
          <ac:chgData name="Tom Maurer" userId="63e8d4ad-d51a-484a-93f0-e9b7fcba0e4f" providerId="ADAL" clId="{AAE1D268-4738-442B-B87B-9F473273732A}" dt="2024-09-09T15:32:06.213" v="497" actId="20577"/>
          <ac:graphicFrameMkLst>
            <pc:docMk/>
            <pc:sldMk cId="2194712446" sldId="262"/>
            <ac:graphicFrameMk id="35" creationId="{A59A985A-500C-9E84-74A0-A7937597806B}"/>
          </ac:graphicFrameMkLst>
        </pc:graphicFrameChg>
        <pc:picChg chg="del">
          <ac:chgData name="Tom Maurer" userId="63e8d4ad-d51a-484a-93f0-e9b7fcba0e4f" providerId="ADAL" clId="{AAE1D268-4738-442B-B87B-9F473273732A}" dt="2024-09-09T15:29:15.434" v="382" actId="478"/>
          <ac:picMkLst>
            <pc:docMk/>
            <pc:sldMk cId="2194712446" sldId="262"/>
            <ac:picMk id="8" creationId="{54505E1F-BC03-9CB8-4CC9-BEC219B598F8}"/>
          </ac:picMkLst>
        </pc:picChg>
      </pc:sldChg>
      <pc:sldChg chg="addSp delSp modSp mod">
        <pc:chgData name="Tom Maurer" userId="63e8d4ad-d51a-484a-93f0-e9b7fcba0e4f" providerId="ADAL" clId="{AAE1D268-4738-442B-B87B-9F473273732A}" dt="2024-09-09T15:36:34.328" v="696" actId="14100"/>
        <pc:sldMkLst>
          <pc:docMk/>
          <pc:sldMk cId="1217833227" sldId="263"/>
        </pc:sldMkLst>
        <pc:spChg chg="mod">
          <ac:chgData name="Tom Maurer" userId="63e8d4ad-d51a-484a-93f0-e9b7fcba0e4f" providerId="ADAL" clId="{AAE1D268-4738-442B-B87B-9F473273732A}" dt="2024-09-09T15:32:23.710" v="529" actId="20577"/>
          <ac:spMkLst>
            <pc:docMk/>
            <pc:sldMk cId="1217833227" sldId="263"/>
            <ac:spMk id="2" creationId="{E5B5C4F0-8297-1AA0-55CF-03DE58944232}"/>
          </ac:spMkLst>
        </pc:spChg>
        <pc:spChg chg="mod">
          <ac:chgData name="Tom Maurer" userId="63e8d4ad-d51a-484a-93f0-e9b7fcba0e4f" providerId="ADAL" clId="{AAE1D268-4738-442B-B87B-9F473273732A}" dt="2024-09-09T15:36:22.571" v="694" actId="27636"/>
          <ac:spMkLst>
            <pc:docMk/>
            <pc:sldMk cId="1217833227" sldId="263"/>
            <ac:spMk id="3" creationId="{01BF52CC-D3A2-17FB-A5AF-97FC2526AB36}"/>
          </ac:spMkLst>
        </pc:spChg>
        <pc:picChg chg="add mod">
          <ac:chgData name="Tom Maurer" userId="63e8d4ad-d51a-484a-93f0-e9b7fcba0e4f" providerId="ADAL" clId="{AAE1D268-4738-442B-B87B-9F473273732A}" dt="2024-09-09T15:36:34.328" v="696" actId="14100"/>
          <ac:picMkLst>
            <pc:docMk/>
            <pc:sldMk cId="1217833227" sldId="263"/>
            <ac:picMk id="5" creationId="{590A5AD6-B66A-9E4B-0597-86EF9BC25B6C}"/>
          </ac:picMkLst>
        </pc:picChg>
        <pc:picChg chg="add mod">
          <ac:chgData name="Tom Maurer" userId="63e8d4ad-d51a-484a-93f0-e9b7fcba0e4f" providerId="ADAL" clId="{AAE1D268-4738-442B-B87B-9F473273732A}" dt="2024-09-09T15:36:13.989" v="689" actId="1076"/>
          <ac:picMkLst>
            <pc:docMk/>
            <pc:sldMk cId="1217833227" sldId="263"/>
            <ac:picMk id="7" creationId="{8CC14FA7-1888-8C16-F6DF-EF3EBF33B8EB}"/>
          </ac:picMkLst>
        </pc:picChg>
        <pc:picChg chg="add mod">
          <ac:chgData name="Tom Maurer" userId="63e8d4ad-d51a-484a-93f0-e9b7fcba0e4f" providerId="ADAL" clId="{AAE1D268-4738-442B-B87B-9F473273732A}" dt="2024-09-09T15:36:15.449" v="690" actId="1076"/>
          <ac:picMkLst>
            <pc:docMk/>
            <pc:sldMk cId="1217833227" sldId="263"/>
            <ac:picMk id="9" creationId="{938D3BE9-C7C9-E98E-627D-41A2D8062572}"/>
          </ac:picMkLst>
        </pc:picChg>
        <pc:picChg chg="del">
          <ac:chgData name="Tom Maurer" userId="63e8d4ad-d51a-484a-93f0-e9b7fcba0e4f" providerId="ADAL" clId="{AAE1D268-4738-442B-B87B-9F473273732A}" dt="2024-09-09T15:34:34.702" v="677" actId="478"/>
          <ac:picMkLst>
            <pc:docMk/>
            <pc:sldMk cId="1217833227" sldId="263"/>
            <ac:picMk id="10" creationId="{F0396D09-2573-0869-3036-B80FB747367F}"/>
          </ac:picMkLst>
        </pc:picChg>
        <pc:picChg chg="del">
          <ac:chgData name="Tom Maurer" userId="63e8d4ad-d51a-484a-93f0-e9b7fcba0e4f" providerId="ADAL" clId="{AAE1D268-4738-442B-B87B-9F473273732A}" dt="2024-09-09T15:34:36.164" v="678" actId="478"/>
          <ac:picMkLst>
            <pc:docMk/>
            <pc:sldMk cId="1217833227" sldId="263"/>
            <ac:picMk id="15" creationId="{E33C97D7-DF95-E522-448C-089F0E46DF97}"/>
          </ac:picMkLst>
        </pc:picChg>
      </pc:sldChg>
      <pc:sldChg chg="addSp delSp modSp mod">
        <pc:chgData name="Tom Maurer" userId="63e8d4ad-d51a-484a-93f0-e9b7fcba0e4f" providerId="ADAL" clId="{AAE1D268-4738-442B-B87B-9F473273732A}" dt="2024-09-09T20:24:04.361" v="1126" actId="1076"/>
        <pc:sldMkLst>
          <pc:docMk/>
          <pc:sldMk cId="829943624" sldId="264"/>
        </pc:sldMkLst>
        <pc:spChg chg="mod">
          <ac:chgData name="Tom Maurer" userId="63e8d4ad-d51a-484a-93f0-e9b7fcba0e4f" providerId="ADAL" clId="{AAE1D268-4738-442B-B87B-9F473273732A}" dt="2024-09-09T15:36:53.504" v="717" actId="20577"/>
          <ac:spMkLst>
            <pc:docMk/>
            <pc:sldMk cId="829943624" sldId="264"/>
            <ac:spMk id="2" creationId="{E5B5C4F0-8297-1AA0-55CF-03DE58944232}"/>
          </ac:spMkLst>
        </pc:spChg>
        <pc:spChg chg="mod">
          <ac:chgData name="Tom Maurer" userId="63e8d4ad-d51a-484a-93f0-e9b7fcba0e4f" providerId="ADAL" clId="{AAE1D268-4738-442B-B87B-9F473273732A}" dt="2024-09-09T20:23:07.679" v="1120" actId="313"/>
          <ac:spMkLst>
            <pc:docMk/>
            <pc:sldMk cId="829943624" sldId="264"/>
            <ac:spMk id="3" creationId="{01BF52CC-D3A2-17FB-A5AF-97FC2526AB36}"/>
          </ac:spMkLst>
        </pc:spChg>
        <pc:spChg chg="add mod">
          <ac:chgData name="Tom Maurer" userId="63e8d4ad-d51a-484a-93f0-e9b7fcba0e4f" providerId="ADAL" clId="{AAE1D268-4738-442B-B87B-9F473273732A}" dt="2024-09-09T20:24:04.361" v="1126" actId="1076"/>
          <ac:spMkLst>
            <pc:docMk/>
            <pc:sldMk cId="829943624" sldId="264"/>
            <ac:spMk id="9" creationId="{C3590FBB-ED90-31EF-0195-780F6B4EC5CD}"/>
          </ac:spMkLst>
        </pc:spChg>
        <pc:picChg chg="add mod">
          <ac:chgData name="Tom Maurer" userId="63e8d4ad-d51a-484a-93f0-e9b7fcba0e4f" providerId="ADAL" clId="{AAE1D268-4738-442B-B87B-9F473273732A}" dt="2024-09-09T20:23:15.937" v="1122" actId="1076"/>
          <ac:picMkLst>
            <pc:docMk/>
            <pc:sldMk cId="829943624" sldId="264"/>
            <ac:picMk id="5" creationId="{5FA95EC0-C3F5-EC6D-ADAA-BCCE2A1D7043}"/>
          </ac:picMkLst>
        </pc:picChg>
        <pc:picChg chg="del">
          <ac:chgData name="Tom Maurer" userId="63e8d4ad-d51a-484a-93f0-e9b7fcba0e4f" providerId="ADAL" clId="{AAE1D268-4738-442B-B87B-9F473273732A}" dt="2024-09-09T15:39:25.515" v="805" actId="478"/>
          <ac:picMkLst>
            <pc:docMk/>
            <pc:sldMk cId="829943624" sldId="264"/>
            <ac:picMk id="5" creationId="{9761ECEA-8A0C-C975-7EDA-43775A27C6B4}"/>
          </ac:picMkLst>
        </pc:picChg>
        <pc:picChg chg="add del mod">
          <ac:chgData name="Tom Maurer" userId="63e8d4ad-d51a-484a-93f0-e9b7fcba0e4f" providerId="ADAL" clId="{AAE1D268-4738-442B-B87B-9F473273732A}" dt="2024-09-09T20:23:13.321" v="1121" actId="478"/>
          <ac:picMkLst>
            <pc:docMk/>
            <pc:sldMk cId="829943624" sldId="264"/>
            <ac:picMk id="6" creationId="{80CD2486-4181-C635-F94A-81009FD6C2A6}"/>
          </ac:picMkLst>
        </pc:picChg>
        <pc:picChg chg="del">
          <ac:chgData name="Tom Maurer" userId="63e8d4ad-d51a-484a-93f0-e9b7fcba0e4f" providerId="ADAL" clId="{AAE1D268-4738-442B-B87B-9F473273732A}" dt="2024-09-09T15:39:26.257" v="806" actId="478"/>
          <ac:picMkLst>
            <pc:docMk/>
            <pc:sldMk cId="829943624" sldId="264"/>
            <ac:picMk id="7" creationId="{986A1300-3DC3-46CB-F385-CF5E1181B74C}"/>
          </ac:picMkLst>
        </pc:picChg>
        <pc:picChg chg="add mod">
          <ac:chgData name="Tom Maurer" userId="63e8d4ad-d51a-484a-93f0-e9b7fcba0e4f" providerId="ADAL" clId="{AAE1D268-4738-442B-B87B-9F473273732A}" dt="2024-09-09T20:23:46.735" v="1124" actId="1076"/>
          <ac:picMkLst>
            <pc:docMk/>
            <pc:sldMk cId="829943624" sldId="264"/>
            <ac:picMk id="8" creationId="{08FA1370-DAAF-97AC-8390-32F20190AAEF}"/>
          </ac:picMkLst>
        </pc:picChg>
      </pc:sldChg>
      <pc:sldChg chg="addSp delSp modSp mod">
        <pc:chgData name="Tom Maurer" userId="63e8d4ad-d51a-484a-93f0-e9b7fcba0e4f" providerId="ADAL" clId="{AAE1D268-4738-442B-B87B-9F473273732A}" dt="2024-09-09T20:37:53.914" v="1448" actId="1076"/>
        <pc:sldMkLst>
          <pc:docMk/>
          <pc:sldMk cId="2541004291" sldId="265"/>
        </pc:sldMkLst>
        <pc:spChg chg="mod">
          <ac:chgData name="Tom Maurer" userId="63e8d4ad-d51a-484a-93f0-e9b7fcba0e4f" providerId="ADAL" clId="{AAE1D268-4738-442B-B87B-9F473273732A}" dt="2024-09-09T15:39:47.348" v="820" actId="20577"/>
          <ac:spMkLst>
            <pc:docMk/>
            <pc:sldMk cId="2541004291" sldId="265"/>
            <ac:spMk id="2" creationId="{F0072D4A-5330-BE2B-D316-75A1BB1F7672}"/>
          </ac:spMkLst>
        </pc:spChg>
        <pc:spChg chg="add mod">
          <ac:chgData name="Tom Maurer" userId="63e8d4ad-d51a-484a-93f0-e9b7fcba0e4f" providerId="ADAL" clId="{AAE1D268-4738-442B-B87B-9F473273732A}" dt="2024-09-09T20:37:53.914" v="1448" actId="1076"/>
          <ac:spMkLst>
            <pc:docMk/>
            <pc:sldMk cId="2541004291" sldId="265"/>
            <ac:spMk id="3" creationId="{EB221863-980C-7FE9-5B29-8920E43D2179}"/>
          </ac:spMkLst>
        </pc:spChg>
        <pc:spChg chg="add del mod">
          <ac:chgData name="Tom Maurer" userId="63e8d4ad-d51a-484a-93f0-e9b7fcba0e4f" providerId="ADAL" clId="{AAE1D268-4738-442B-B87B-9F473273732A}" dt="2024-09-09T15:39:54.064" v="822" actId="478"/>
          <ac:spMkLst>
            <pc:docMk/>
            <pc:sldMk cId="2541004291" sldId="265"/>
            <ac:spMk id="4" creationId="{4521703C-4F84-7DE7-42BC-9E3F0505CCCD}"/>
          </ac:spMkLst>
        </pc:spChg>
        <pc:spChg chg="add mod">
          <ac:chgData name="Tom Maurer" userId="63e8d4ad-d51a-484a-93f0-e9b7fcba0e4f" providerId="ADAL" clId="{AAE1D268-4738-442B-B87B-9F473273732A}" dt="2024-09-09T20:29:30.339" v="1279" actId="1076"/>
          <ac:spMkLst>
            <pc:docMk/>
            <pc:sldMk cId="2541004291" sldId="265"/>
            <ac:spMk id="11" creationId="{8530D3E7-F12F-1884-3B67-1280DB6E9002}"/>
          </ac:spMkLst>
        </pc:spChg>
        <pc:spChg chg="add del mod">
          <ac:chgData name="Tom Maurer" userId="63e8d4ad-d51a-484a-93f0-e9b7fcba0e4f" providerId="ADAL" clId="{AAE1D268-4738-442B-B87B-9F473273732A}" dt="2024-09-09T20:35:53.265" v="1418" actId="478"/>
          <ac:spMkLst>
            <pc:docMk/>
            <pc:sldMk cId="2541004291" sldId="265"/>
            <ac:spMk id="13" creationId="{824F23D0-4105-46E4-E717-03928177F0E4}"/>
          </ac:spMkLst>
        </pc:spChg>
        <pc:spChg chg="add mod">
          <ac:chgData name="Tom Maurer" userId="63e8d4ad-d51a-484a-93f0-e9b7fcba0e4f" providerId="ADAL" clId="{AAE1D268-4738-442B-B87B-9F473273732A}" dt="2024-09-09T20:35:32.140" v="1376" actId="1076"/>
          <ac:spMkLst>
            <pc:docMk/>
            <pc:sldMk cId="2541004291" sldId="265"/>
            <ac:spMk id="15" creationId="{47EC5DEB-4AA9-2FF0-FFF2-9FA65738004C}"/>
          </ac:spMkLst>
        </pc:spChg>
        <pc:spChg chg="add mod">
          <ac:chgData name="Tom Maurer" userId="63e8d4ad-d51a-484a-93f0-e9b7fcba0e4f" providerId="ADAL" clId="{AAE1D268-4738-442B-B87B-9F473273732A}" dt="2024-09-09T20:35:43.793" v="1416" actId="20577"/>
          <ac:spMkLst>
            <pc:docMk/>
            <pc:sldMk cId="2541004291" sldId="265"/>
            <ac:spMk id="17" creationId="{BE1CD7DE-F2A7-F555-FD08-2FA6922B0B43}"/>
          </ac:spMkLst>
        </pc:spChg>
        <pc:spChg chg="add mod">
          <ac:chgData name="Tom Maurer" userId="63e8d4ad-d51a-484a-93f0-e9b7fcba0e4f" providerId="ADAL" clId="{AAE1D268-4738-442B-B87B-9F473273732A}" dt="2024-09-09T20:37:39.053" v="1447" actId="20577"/>
          <ac:spMkLst>
            <pc:docMk/>
            <pc:sldMk cId="2541004291" sldId="265"/>
            <ac:spMk id="19" creationId="{9ABBBAB2-C4D5-87F5-FA4B-66C147AB8D95}"/>
          </ac:spMkLst>
        </pc:spChg>
        <pc:picChg chg="add mod">
          <ac:chgData name="Tom Maurer" userId="63e8d4ad-d51a-484a-93f0-e9b7fcba0e4f" providerId="ADAL" clId="{AAE1D268-4738-442B-B87B-9F473273732A}" dt="2024-09-09T20:27:58.079" v="1207" actId="1076"/>
          <ac:picMkLst>
            <pc:docMk/>
            <pc:sldMk cId="2541004291" sldId="265"/>
            <ac:picMk id="5" creationId="{37D03925-2D3B-3A33-801E-9D12A3AE86DF}"/>
          </ac:picMkLst>
        </pc:picChg>
        <pc:picChg chg="del">
          <ac:chgData name="Tom Maurer" userId="63e8d4ad-d51a-484a-93f0-e9b7fcba0e4f" providerId="ADAL" clId="{AAE1D268-4738-442B-B87B-9F473273732A}" dt="2024-09-09T15:39:54.987" v="823" actId="478"/>
          <ac:picMkLst>
            <pc:docMk/>
            <pc:sldMk cId="2541004291" sldId="265"/>
            <ac:picMk id="5" creationId="{D7D4C9B4-FA25-55BC-78F0-13EF314F4074}"/>
          </ac:picMkLst>
        </pc:picChg>
        <pc:picChg chg="del">
          <ac:chgData name="Tom Maurer" userId="63e8d4ad-d51a-484a-93f0-e9b7fcba0e4f" providerId="ADAL" clId="{AAE1D268-4738-442B-B87B-9F473273732A}" dt="2024-09-09T15:39:49.288" v="821" actId="478"/>
          <ac:picMkLst>
            <pc:docMk/>
            <pc:sldMk cId="2541004291" sldId="265"/>
            <ac:picMk id="7" creationId="{2A2E3882-718B-32A6-9964-0AAA6973F8CD}"/>
          </ac:picMkLst>
        </pc:picChg>
        <pc:picChg chg="add mod">
          <ac:chgData name="Tom Maurer" userId="63e8d4ad-d51a-484a-93f0-e9b7fcba0e4f" providerId="ADAL" clId="{AAE1D268-4738-442B-B87B-9F473273732A}" dt="2024-09-09T20:28:47.452" v="1214" actId="14100"/>
          <ac:picMkLst>
            <pc:docMk/>
            <pc:sldMk cId="2541004291" sldId="265"/>
            <ac:picMk id="7" creationId="{866BF144-D49D-C36A-ED17-9E0778B02F7B}"/>
          </ac:picMkLst>
        </pc:picChg>
        <pc:cxnChg chg="add mod">
          <ac:chgData name="Tom Maurer" userId="63e8d4ad-d51a-484a-93f0-e9b7fcba0e4f" providerId="ADAL" clId="{AAE1D268-4738-442B-B87B-9F473273732A}" dt="2024-09-09T20:29:03.652" v="1217" actId="14100"/>
          <ac:cxnSpMkLst>
            <pc:docMk/>
            <pc:sldMk cId="2541004291" sldId="265"/>
            <ac:cxnSpMk id="9" creationId="{FB0DA178-DCCF-33E1-C9C1-676264F4E344}"/>
          </ac:cxnSpMkLst>
        </pc:cxnChg>
        <pc:cxnChg chg="add del mod">
          <ac:chgData name="Tom Maurer" userId="63e8d4ad-d51a-484a-93f0-e9b7fcba0e4f" providerId="ADAL" clId="{AAE1D268-4738-442B-B87B-9F473273732A}" dt="2024-09-09T20:35:53.265" v="1418" actId="478"/>
          <ac:cxnSpMkLst>
            <pc:docMk/>
            <pc:sldMk cId="2541004291" sldId="265"/>
            <ac:cxnSpMk id="12" creationId="{6CC8EFD8-4AF5-1EC0-542B-90237DB58035}"/>
          </ac:cxnSpMkLst>
        </pc:cxnChg>
        <pc:cxnChg chg="add mod">
          <ac:chgData name="Tom Maurer" userId="63e8d4ad-d51a-484a-93f0-e9b7fcba0e4f" providerId="ADAL" clId="{AAE1D268-4738-442B-B87B-9F473273732A}" dt="2024-09-09T20:35:32.140" v="1376" actId="1076"/>
          <ac:cxnSpMkLst>
            <pc:docMk/>
            <pc:sldMk cId="2541004291" sldId="265"/>
            <ac:cxnSpMk id="14" creationId="{93BBDF1C-B355-B105-4E55-BFA4F4F0076F}"/>
          </ac:cxnSpMkLst>
        </pc:cxnChg>
        <pc:cxnChg chg="add mod">
          <ac:chgData name="Tom Maurer" userId="63e8d4ad-d51a-484a-93f0-e9b7fcba0e4f" providerId="ADAL" clId="{AAE1D268-4738-442B-B87B-9F473273732A}" dt="2024-09-09T20:35:25.786" v="1375" actId="1076"/>
          <ac:cxnSpMkLst>
            <pc:docMk/>
            <pc:sldMk cId="2541004291" sldId="265"/>
            <ac:cxnSpMk id="16" creationId="{078B4BF5-C95C-FFF2-EFE0-666C5B5DE75B}"/>
          </ac:cxnSpMkLst>
        </pc:cxnChg>
        <pc:cxnChg chg="add mod">
          <ac:chgData name="Tom Maurer" userId="63e8d4ad-d51a-484a-93f0-e9b7fcba0e4f" providerId="ADAL" clId="{AAE1D268-4738-442B-B87B-9F473273732A}" dt="2024-09-09T20:37:30.580" v="1420" actId="1076"/>
          <ac:cxnSpMkLst>
            <pc:docMk/>
            <pc:sldMk cId="2541004291" sldId="265"/>
            <ac:cxnSpMk id="18" creationId="{3B5FF4B6-E813-C5E1-CCAE-ED64BC1C5D0A}"/>
          </ac:cxnSpMkLst>
        </pc:cxnChg>
      </pc:sldChg>
      <pc:sldChg chg="addSp delSp modSp add mod ord setBg delDesignElem">
        <pc:chgData name="Tom Maurer" userId="63e8d4ad-d51a-484a-93f0-e9b7fcba0e4f" providerId="ADAL" clId="{AAE1D268-4738-442B-B87B-9F473273732A}" dt="2024-09-09T20:21:46.078" v="1076" actId="1076"/>
        <pc:sldMkLst>
          <pc:docMk/>
          <pc:sldMk cId="2507337001" sldId="266"/>
        </pc:sldMkLst>
        <pc:spChg chg="mod">
          <ac:chgData name="Tom Maurer" userId="63e8d4ad-d51a-484a-93f0-e9b7fcba0e4f" providerId="ADAL" clId="{AAE1D268-4738-442B-B87B-9F473273732A}" dt="2024-09-09T15:38:57.172" v="788" actId="20577"/>
          <ac:spMkLst>
            <pc:docMk/>
            <pc:sldMk cId="2507337001" sldId="266"/>
            <ac:spMk id="2" creationId="{E5B5C4F0-8297-1AA0-55CF-03DE58944232}"/>
          </ac:spMkLst>
        </pc:spChg>
        <pc:spChg chg="del">
          <ac:chgData name="Tom Maurer" userId="63e8d4ad-d51a-484a-93f0-e9b7fcba0e4f" providerId="ADAL" clId="{AAE1D268-4738-442B-B87B-9F473273732A}" dt="2024-09-09T15:37:44.572" v="760" actId="478"/>
          <ac:spMkLst>
            <pc:docMk/>
            <pc:sldMk cId="2507337001" sldId="266"/>
            <ac:spMk id="3" creationId="{01BF52CC-D3A2-17FB-A5AF-97FC2526AB36}"/>
          </ac:spMkLst>
        </pc:spChg>
        <pc:spChg chg="add del mod">
          <ac:chgData name="Tom Maurer" userId="63e8d4ad-d51a-484a-93f0-e9b7fcba0e4f" providerId="ADAL" clId="{AAE1D268-4738-442B-B87B-9F473273732A}" dt="2024-09-09T20:03:56.969" v="826" actId="478"/>
          <ac:spMkLst>
            <pc:docMk/>
            <pc:sldMk cId="2507337001" sldId="266"/>
            <ac:spMk id="3" creationId="{3A1D0FF3-0472-F36B-ACA9-60EE39A0A140}"/>
          </ac:spMkLst>
        </pc:spChg>
        <pc:spChg chg="add mod">
          <ac:chgData name="Tom Maurer" userId="63e8d4ad-d51a-484a-93f0-e9b7fcba0e4f" providerId="ADAL" clId="{AAE1D268-4738-442B-B87B-9F473273732A}" dt="2024-09-09T20:05:51.478" v="842" actId="14100"/>
          <ac:spMkLst>
            <pc:docMk/>
            <pc:sldMk cId="2507337001" sldId="266"/>
            <ac:spMk id="7" creationId="{1F24387B-2B0C-26FF-C195-50FFF42B1B55}"/>
          </ac:spMkLst>
        </pc:spChg>
        <pc:spChg chg="add mod">
          <ac:chgData name="Tom Maurer" userId="63e8d4ad-d51a-484a-93f0-e9b7fcba0e4f" providerId="ADAL" clId="{AAE1D268-4738-442B-B87B-9F473273732A}" dt="2024-09-09T20:20:58.728" v="1073" actId="1076"/>
          <ac:spMkLst>
            <pc:docMk/>
            <pc:sldMk cId="2507337001" sldId="266"/>
            <ac:spMk id="10" creationId="{1C05B0F6-7195-C6B7-BC8A-D4F73AE2D560}"/>
          </ac:spMkLst>
        </pc:spChg>
        <pc:spChg chg="del">
          <ac:chgData name="Tom Maurer" userId="63e8d4ad-d51a-484a-93f0-e9b7fcba0e4f" providerId="ADAL" clId="{AAE1D268-4738-442B-B87B-9F473273732A}" dt="2024-09-09T15:37:34.586" v="739"/>
          <ac:spMkLst>
            <pc:docMk/>
            <pc:sldMk cId="2507337001" sldId="266"/>
            <ac:spMk id="20" creationId="{A994CE7E-AD98-4045-A15B-9054CF58DC8F}"/>
          </ac:spMkLst>
        </pc:spChg>
        <pc:spChg chg="del">
          <ac:chgData name="Tom Maurer" userId="63e8d4ad-d51a-484a-93f0-e9b7fcba0e4f" providerId="ADAL" clId="{AAE1D268-4738-442B-B87B-9F473273732A}" dt="2024-09-09T15:37:34.586" v="739"/>
          <ac:spMkLst>
            <pc:docMk/>
            <pc:sldMk cId="2507337001" sldId="266"/>
            <ac:spMk id="21" creationId="{19C1720A-5B1A-4E31-93A0-A8ACD67EE572}"/>
          </ac:spMkLst>
        </pc:spChg>
        <pc:spChg chg="del">
          <ac:chgData name="Tom Maurer" userId="63e8d4ad-d51a-484a-93f0-e9b7fcba0e4f" providerId="ADAL" clId="{AAE1D268-4738-442B-B87B-9F473273732A}" dt="2024-09-09T15:37:34.586" v="739"/>
          <ac:spMkLst>
            <pc:docMk/>
            <pc:sldMk cId="2507337001" sldId="266"/>
            <ac:spMk id="22" creationId="{67C5F271-EC3D-4C17-8F0A-F4F15F524D0E}"/>
          </ac:spMkLst>
        </pc:spChg>
        <pc:spChg chg="del">
          <ac:chgData name="Tom Maurer" userId="63e8d4ad-d51a-484a-93f0-e9b7fcba0e4f" providerId="ADAL" clId="{AAE1D268-4738-442B-B87B-9F473273732A}" dt="2024-09-09T15:37:34.586" v="739"/>
          <ac:spMkLst>
            <pc:docMk/>
            <pc:sldMk cId="2507337001" sldId="266"/>
            <ac:spMk id="23" creationId="{9F8250EE-4590-407B-B039-E8BDF27FA5C7}"/>
          </ac:spMkLst>
        </pc:spChg>
        <pc:picChg chg="add mod">
          <ac:chgData name="Tom Maurer" userId="63e8d4ad-d51a-484a-93f0-e9b7fcba0e4f" providerId="ADAL" clId="{AAE1D268-4738-442B-B87B-9F473273732A}" dt="2024-09-09T20:05:40.593" v="839" actId="1076"/>
          <ac:picMkLst>
            <pc:docMk/>
            <pc:sldMk cId="2507337001" sldId="266"/>
            <ac:picMk id="5" creationId="{8A9430FD-01E0-2D5B-714D-A48B2BF3A23B}"/>
          </ac:picMkLst>
        </pc:picChg>
        <pc:picChg chg="del">
          <ac:chgData name="Tom Maurer" userId="63e8d4ad-d51a-484a-93f0-e9b7fcba0e4f" providerId="ADAL" clId="{AAE1D268-4738-442B-B87B-9F473273732A}" dt="2024-09-09T15:37:46.484" v="761" actId="478"/>
          <ac:picMkLst>
            <pc:docMk/>
            <pc:sldMk cId="2507337001" sldId="266"/>
            <ac:picMk id="5" creationId="{9761ECEA-8A0C-C975-7EDA-43775A27C6B4}"/>
          </ac:picMkLst>
        </pc:picChg>
        <pc:picChg chg="add del">
          <ac:chgData name="Tom Maurer" userId="63e8d4ad-d51a-484a-93f0-e9b7fcba0e4f" providerId="ADAL" clId="{AAE1D268-4738-442B-B87B-9F473273732A}" dt="2024-09-09T20:04:36.218" v="829" actId="478"/>
          <ac:picMkLst>
            <pc:docMk/>
            <pc:sldMk cId="2507337001" sldId="266"/>
            <ac:picMk id="6" creationId="{C41AB4C7-E339-1F0A-B90C-3421F249F0E9}"/>
          </ac:picMkLst>
        </pc:picChg>
        <pc:picChg chg="del">
          <ac:chgData name="Tom Maurer" userId="63e8d4ad-d51a-484a-93f0-e9b7fcba0e4f" providerId="ADAL" clId="{AAE1D268-4738-442B-B87B-9F473273732A}" dt="2024-09-09T15:37:47.119" v="762" actId="478"/>
          <ac:picMkLst>
            <pc:docMk/>
            <pc:sldMk cId="2507337001" sldId="266"/>
            <ac:picMk id="7" creationId="{986A1300-3DC3-46CB-F385-CF5E1181B74C}"/>
          </ac:picMkLst>
        </pc:picChg>
        <pc:picChg chg="add mod">
          <ac:chgData name="Tom Maurer" userId="63e8d4ad-d51a-484a-93f0-e9b7fcba0e4f" providerId="ADAL" clId="{AAE1D268-4738-442B-B87B-9F473273732A}" dt="2024-09-09T20:20:58.728" v="1073" actId="1076"/>
          <ac:picMkLst>
            <pc:docMk/>
            <pc:sldMk cId="2507337001" sldId="266"/>
            <ac:picMk id="9" creationId="{6716F0A4-1FB0-0BB9-4558-AB6A9412C0DB}"/>
          </ac:picMkLst>
        </pc:picChg>
        <pc:picChg chg="add mod">
          <ac:chgData name="Tom Maurer" userId="63e8d4ad-d51a-484a-93f0-e9b7fcba0e4f" providerId="ADAL" clId="{AAE1D268-4738-442B-B87B-9F473273732A}" dt="2024-09-09T20:21:46.078" v="1076" actId="1076"/>
          <ac:picMkLst>
            <pc:docMk/>
            <pc:sldMk cId="2507337001" sldId="266"/>
            <ac:picMk id="12" creationId="{7497381C-FFC5-9988-A2ED-E453655EED0B}"/>
          </ac:picMkLst>
        </pc:picChg>
      </pc:sldChg>
      <pc:sldChg chg="addSp delSp modSp add mod setBg delDesignElem">
        <pc:chgData name="Tom Maurer" userId="63e8d4ad-d51a-484a-93f0-e9b7fcba0e4f" providerId="ADAL" clId="{AAE1D268-4738-442B-B87B-9F473273732A}" dt="2024-09-09T20:09:55.435" v="897" actId="14100"/>
        <pc:sldMkLst>
          <pc:docMk/>
          <pc:sldMk cId="3351909750" sldId="267"/>
        </pc:sldMkLst>
        <pc:spChg chg="mo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2" creationId="{E5B5C4F0-8297-1AA0-55CF-03DE58944232}"/>
          </ac:spMkLst>
        </pc:spChg>
        <pc:spChg chg="del">
          <ac:chgData name="Tom Maurer" userId="63e8d4ad-d51a-484a-93f0-e9b7fcba0e4f" providerId="ADAL" clId="{AAE1D268-4738-442B-B87B-9F473273732A}" dt="2024-09-09T15:38:43.210" v="784" actId="478"/>
          <ac:spMkLst>
            <pc:docMk/>
            <pc:sldMk cId="3351909750" sldId="267"/>
            <ac:spMk id="3" creationId="{01BF52CC-D3A2-17FB-A5AF-97FC2526AB36}"/>
          </ac:spMkLst>
        </pc:spChg>
        <pc:spChg chg="add mo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5" creationId="{232B3984-E18B-34C8-4EC2-A9345154EDF9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8" creationId="{329FDD08-42D8-4AFF-90E5-5DAA5BC4CBD8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9" creationId="{BC8E541E-F46D-4823-8DB2-872BC4A7225E}"/>
          </ac:spMkLst>
        </pc:spChg>
        <pc:spChg chg="add mod">
          <ac:chgData name="Tom Maurer" userId="63e8d4ad-d51a-484a-93f0-e9b7fcba0e4f" providerId="ADAL" clId="{AAE1D268-4738-442B-B87B-9F473273732A}" dt="2024-09-09T20:09:36.213" v="892" actId="1038"/>
          <ac:spMkLst>
            <pc:docMk/>
            <pc:sldMk cId="3351909750" sldId="267"/>
            <ac:spMk id="11" creationId="{BC9679B7-151D-F81A-CE5F-4F3FA293760D}"/>
          </ac:spMkLst>
        </pc:spChg>
        <pc:spChg chg="add mod">
          <ac:chgData name="Tom Maurer" userId="63e8d4ad-d51a-484a-93f0-e9b7fcba0e4f" providerId="ADAL" clId="{AAE1D268-4738-442B-B87B-9F473273732A}" dt="2024-09-09T20:09:55.435" v="897" actId="14100"/>
          <ac:spMkLst>
            <pc:docMk/>
            <pc:sldMk cId="3351909750" sldId="267"/>
            <ac:spMk id="13" creationId="{CB22DF52-D2C5-C64F-6512-9B54C14D93DC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14" creationId="{B9C04DC5-313B-4FE4-B868-5672A376419F}"/>
          </ac:spMkLst>
        </pc:spChg>
        <pc:spChg chg="del">
          <ac:chgData name="Tom Maurer" userId="63e8d4ad-d51a-484a-93f0-e9b7fcba0e4f" providerId="ADAL" clId="{AAE1D268-4738-442B-B87B-9F473273732A}" dt="2024-09-09T15:38:29.244" v="764"/>
          <ac:spMkLst>
            <pc:docMk/>
            <pc:sldMk cId="3351909750" sldId="267"/>
            <ac:spMk id="20" creationId="{A994CE7E-AD98-4045-A15B-9054CF58DC8F}"/>
          </ac:spMkLst>
        </pc:spChg>
        <pc:spChg chg="del">
          <ac:chgData name="Tom Maurer" userId="63e8d4ad-d51a-484a-93f0-e9b7fcba0e4f" providerId="ADAL" clId="{AAE1D268-4738-442B-B87B-9F473273732A}" dt="2024-09-09T15:38:29.244" v="764"/>
          <ac:spMkLst>
            <pc:docMk/>
            <pc:sldMk cId="3351909750" sldId="267"/>
            <ac:spMk id="21" creationId="{19C1720A-5B1A-4E31-93A0-A8ACD67EE572}"/>
          </ac:spMkLst>
        </pc:spChg>
        <pc:spChg chg="del">
          <ac:chgData name="Tom Maurer" userId="63e8d4ad-d51a-484a-93f0-e9b7fcba0e4f" providerId="ADAL" clId="{AAE1D268-4738-442B-B87B-9F473273732A}" dt="2024-09-09T15:38:29.244" v="764"/>
          <ac:spMkLst>
            <pc:docMk/>
            <pc:sldMk cId="3351909750" sldId="267"/>
            <ac:spMk id="22" creationId="{67C5F271-EC3D-4C17-8F0A-F4F15F524D0E}"/>
          </ac:spMkLst>
        </pc:spChg>
        <pc:spChg chg="del">
          <ac:chgData name="Tom Maurer" userId="63e8d4ad-d51a-484a-93f0-e9b7fcba0e4f" providerId="ADAL" clId="{AAE1D268-4738-442B-B87B-9F473273732A}" dt="2024-09-09T15:38:29.244" v="764"/>
          <ac:spMkLst>
            <pc:docMk/>
            <pc:sldMk cId="3351909750" sldId="267"/>
            <ac:spMk id="23" creationId="{9F8250EE-4590-407B-B039-E8BDF27FA5C7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24" creationId="{15DFA58F-DE6F-4232-907E-6B5DB371DC08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26" creationId="{8DB971D8-C6E3-4485-8895-8ABD7A9AB73D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28" creationId="{4526474A-480D-4539-BBC4-C39D5B71BF5B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30" creationId="{1BBBFF8E-A51B-4081-B134-B1E893A89F48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34" creationId="{B9C04DC5-313B-4FE4-B868-5672A376419F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37" creationId="{329FDD08-42D8-4AFF-90E5-5DAA5BC4CBD8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38" creationId="{58E5A035-23A3-4720-BB93-54574C24F8EC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39" creationId="{FAED0816-3202-48E9-ABED-521A72159994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40" creationId="{CABE022E-1488-4DA5-89B5-07646B3A2FA9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41" creationId="{E3D6803B-AEC6-4CD2-86EF-E591BD2FD12C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42" creationId="{80B51C95-9EBC-4AA5-AC2C-3F053E14DE25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51" creationId="{5C86EC89-02DB-4384-8A63-0EFFEFD1BB96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57" creationId="{93E59372-1F66-480B-ADD0-8000A0547360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59" creationId="{51DC20DD-0224-434E-91DA-395B807D0932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61" creationId="{BB5EE64C-1B5F-4C91-BF40-5CD149BAEC88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63" creationId="{12E122C9-74FD-4763-BC56-6377E3DA7CB8}"/>
          </ac:spMkLst>
        </pc:spChg>
        <pc:picChg chg="add mod ord">
          <ac:chgData name="Tom Maurer" userId="63e8d4ad-d51a-484a-93f0-e9b7fcba0e4f" providerId="ADAL" clId="{AAE1D268-4738-442B-B87B-9F473273732A}" dt="2024-09-09T20:09:13.761" v="878" actId="1076"/>
          <ac:picMkLst>
            <pc:docMk/>
            <pc:sldMk cId="3351909750" sldId="267"/>
            <ac:picMk id="4" creationId="{01D2C9B3-1392-0836-8F1E-F3810494B300}"/>
          </ac:picMkLst>
        </pc:picChg>
        <pc:picChg chg="del">
          <ac:chgData name="Tom Maurer" userId="63e8d4ad-d51a-484a-93f0-e9b7fcba0e4f" providerId="ADAL" clId="{AAE1D268-4738-442B-B87B-9F473273732A}" dt="2024-09-09T15:38:41.603" v="783" actId="478"/>
          <ac:picMkLst>
            <pc:docMk/>
            <pc:sldMk cId="3351909750" sldId="267"/>
            <ac:picMk id="5" creationId="{9761ECEA-8A0C-C975-7EDA-43775A27C6B4}"/>
          </ac:picMkLst>
        </pc:picChg>
        <pc:picChg chg="add mod">
          <ac:chgData name="Tom Maurer" userId="63e8d4ad-d51a-484a-93f0-e9b7fcba0e4f" providerId="ADAL" clId="{AAE1D268-4738-442B-B87B-9F473273732A}" dt="2024-09-09T20:09:43.220" v="895" actId="1076"/>
          <ac:picMkLst>
            <pc:docMk/>
            <pc:sldMk cId="3351909750" sldId="267"/>
            <ac:picMk id="7" creationId="{90966437-6A4D-94B7-6E00-3DB8D0C8E00C}"/>
          </ac:picMkLst>
        </pc:picChg>
        <pc:picChg chg="del">
          <ac:chgData name="Tom Maurer" userId="63e8d4ad-d51a-484a-93f0-e9b7fcba0e4f" providerId="ADAL" clId="{AAE1D268-4738-442B-B87B-9F473273732A}" dt="2024-09-09T15:38:44.003" v="785" actId="478"/>
          <ac:picMkLst>
            <pc:docMk/>
            <pc:sldMk cId="3351909750" sldId="267"/>
            <ac:picMk id="7" creationId="{986A1300-3DC3-46CB-F385-CF5E1181B74C}"/>
          </ac:picMkLst>
        </pc:picChg>
        <pc:picChg chg="add del">
          <ac:chgData name="Tom Maurer" userId="63e8d4ad-d51a-484a-93f0-e9b7fcba0e4f" providerId="ADAL" clId="{AAE1D268-4738-442B-B87B-9F473273732A}" dt="2024-09-09T20:08:11.369" v="870" actId="26606"/>
          <ac:picMkLst>
            <pc:docMk/>
            <pc:sldMk cId="3351909750" sldId="267"/>
            <ac:picMk id="10" creationId="{7594FC8B-8CD2-407F-94F1-9C71F5AEC2B6}"/>
          </ac:picMkLst>
        </pc:picChg>
        <pc:picChg chg="add del">
          <ac:chgData name="Tom Maurer" userId="63e8d4ad-d51a-484a-93f0-e9b7fcba0e4f" providerId="ADAL" clId="{AAE1D268-4738-442B-B87B-9F473273732A}" dt="2024-09-09T20:08:11.369" v="870" actId="26606"/>
          <ac:picMkLst>
            <pc:docMk/>
            <pc:sldMk cId="3351909750" sldId="267"/>
            <ac:picMk id="12" creationId="{DBABC971-8D40-4A4F-AC60-28B9172789B9}"/>
          </ac:picMkLst>
        </pc:picChg>
        <pc:picChg chg="add del">
          <ac:chgData name="Tom Maurer" userId="63e8d4ad-d51a-484a-93f0-e9b7fcba0e4f" providerId="ADAL" clId="{AAE1D268-4738-442B-B87B-9F473273732A}" dt="2024-09-09T20:08:11.369" v="870" actId="26606"/>
          <ac:picMkLst>
            <pc:docMk/>
            <pc:sldMk cId="3351909750" sldId="267"/>
            <ac:picMk id="16" creationId="{791AE23E-90C9-4963-96E2-8DADBFC3BC09}"/>
          </ac:picMkLst>
        </pc:picChg>
        <pc:picChg chg="add del">
          <ac:chgData name="Tom Maurer" userId="63e8d4ad-d51a-484a-93f0-e9b7fcba0e4f" providerId="ADAL" clId="{AAE1D268-4738-442B-B87B-9F473273732A}" dt="2024-09-09T20:08:11.369" v="870" actId="26606"/>
          <ac:picMkLst>
            <pc:docMk/>
            <pc:sldMk cId="3351909750" sldId="267"/>
            <ac:picMk id="18" creationId="{C5F93E90-4379-4AAC-B021-E5FA6D974AED}"/>
          </ac:picMkLst>
        </pc:picChg>
        <pc:picChg chg="add del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32" creationId="{7594FC8B-8CD2-407F-94F1-9C71F5AEC2B6}"/>
          </ac:picMkLst>
        </pc:picChg>
        <pc:picChg chg="add del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33" creationId="{DBABC971-8D40-4A4F-AC60-28B9172789B9}"/>
          </ac:picMkLst>
        </pc:picChg>
        <pc:picChg chg="add del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35" creationId="{791AE23E-90C9-4963-96E2-8DADBFC3BC09}"/>
          </ac:picMkLst>
        </pc:picChg>
        <pc:picChg chg="add del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36" creationId="{C5F93E90-4379-4AAC-B021-E5FA6D974AED}"/>
          </ac:picMkLst>
        </pc:picChg>
        <pc:picChg chg="add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47" creationId="{87B6323F-75FD-4FFA-950D-6D013A6DC1CB}"/>
          </ac:picMkLst>
        </pc:picChg>
        <pc:picChg chg="add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49" creationId="{DA2C34EF-101A-44FE-8A31-E0A7F4776AA0}"/>
          </ac:picMkLst>
        </pc:picChg>
        <pc:picChg chg="add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53" creationId="{54BB1565-EB36-4D75-8888-72796286DC15}"/>
          </ac:picMkLst>
        </pc:picChg>
        <pc:picChg chg="add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55" creationId="{871DF8C3-722E-49D1-87D5-E0FB1D640932}"/>
          </ac:picMkLst>
        </pc:picChg>
      </pc:sldChg>
    </pc:docChg>
  </pc:docChgLst>
  <pc:docChgLst>
    <pc:chgData name="Tom Maurer" userId="63e8d4ad-d51a-484a-93f0-e9b7fcba0e4f" providerId="ADAL" clId="{028F2F38-132A-4975-8697-C24D68858CB3}"/>
    <pc:docChg chg="undo custSel addSld delSld modSld">
      <pc:chgData name="Tom Maurer" userId="63e8d4ad-d51a-484a-93f0-e9b7fcba0e4f" providerId="ADAL" clId="{028F2F38-132A-4975-8697-C24D68858CB3}" dt="2024-09-05T15:39:59.257" v="1509" actId="20577"/>
      <pc:docMkLst>
        <pc:docMk/>
      </pc:docMkLst>
      <pc:sldChg chg="modSp mod">
        <pc:chgData name="Tom Maurer" userId="63e8d4ad-d51a-484a-93f0-e9b7fcba0e4f" providerId="ADAL" clId="{028F2F38-132A-4975-8697-C24D68858CB3}" dt="2024-09-05T14:50:20.192" v="1" actId="20577"/>
        <pc:sldMkLst>
          <pc:docMk/>
          <pc:sldMk cId="1330967993" sldId="256"/>
        </pc:sldMkLst>
        <pc:spChg chg="mod">
          <ac:chgData name="Tom Maurer" userId="63e8d4ad-d51a-484a-93f0-e9b7fcba0e4f" providerId="ADAL" clId="{028F2F38-132A-4975-8697-C24D68858CB3}" dt="2024-09-05T14:50:20.192" v="1" actId="20577"/>
          <ac:spMkLst>
            <pc:docMk/>
            <pc:sldMk cId="1330967993" sldId="256"/>
            <ac:spMk id="2" creationId="{31233B63-26CE-A171-AA3C-D22BCC026A82}"/>
          </ac:spMkLst>
        </pc:spChg>
      </pc:sldChg>
      <pc:sldChg chg="modSp del mod">
        <pc:chgData name="Tom Maurer" userId="63e8d4ad-d51a-484a-93f0-e9b7fcba0e4f" providerId="ADAL" clId="{028F2F38-132A-4975-8697-C24D68858CB3}" dt="2024-09-05T14:50:35.266" v="3" actId="47"/>
        <pc:sldMkLst>
          <pc:docMk/>
          <pc:sldMk cId="323330893" sldId="257"/>
        </pc:sldMkLst>
        <pc:spChg chg="mod">
          <ac:chgData name="Tom Maurer" userId="63e8d4ad-d51a-484a-93f0-e9b7fcba0e4f" providerId="ADAL" clId="{028F2F38-132A-4975-8697-C24D68858CB3}" dt="2024-09-05T14:50:33.331" v="2" actId="20577"/>
          <ac:spMkLst>
            <pc:docMk/>
            <pc:sldMk cId="323330893" sldId="257"/>
            <ac:spMk id="27" creationId="{DFB90E10-C5C0-3D61-7A10-BA87FE9A79A1}"/>
          </ac:spMkLst>
        </pc:spChg>
      </pc:sldChg>
      <pc:sldChg chg="addSp delSp modSp mod">
        <pc:chgData name="Tom Maurer" userId="63e8d4ad-d51a-484a-93f0-e9b7fcba0e4f" providerId="ADAL" clId="{028F2F38-132A-4975-8697-C24D68858CB3}" dt="2024-09-05T15:01:10.134" v="661" actId="122"/>
        <pc:sldMkLst>
          <pc:docMk/>
          <pc:sldMk cId="1679553109" sldId="261"/>
        </pc:sldMkLst>
        <pc:spChg chg="mod">
          <ac:chgData name="Tom Maurer" userId="63e8d4ad-d51a-484a-93f0-e9b7fcba0e4f" providerId="ADAL" clId="{028F2F38-132A-4975-8697-C24D68858CB3}" dt="2024-09-05T14:57:47.529" v="221" actId="20577"/>
          <ac:spMkLst>
            <pc:docMk/>
            <pc:sldMk cId="1679553109" sldId="261"/>
            <ac:spMk id="2" creationId="{6E0822F7-2E55-734C-F241-A924D662A3B6}"/>
          </ac:spMkLst>
        </pc:spChg>
        <pc:spChg chg="add mod">
          <ac:chgData name="Tom Maurer" userId="63e8d4ad-d51a-484a-93f0-e9b7fcba0e4f" providerId="ADAL" clId="{028F2F38-132A-4975-8697-C24D68858CB3}" dt="2024-09-05T15:00:19.313" v="641" actId="1076"/>
          <ac:spMkLst>
            <pc:docMk/>
            <pc:sldMk cId="1679553109" sldId="261"/>
            <ac:spMk id="3" creationId="{C5E72B8D-23D6-3FC4-8010-CD2BB7F00644}"/>
          </ac:spMkLst>
        </pc:spChg>
        <pc:spChg chg="add mod">
          <ac:chgData name="Tom Maurer" userId="63e8d4ad-d51a-484a-93f0-e9b7fcba0e4f" providerId="ADAL" clId="{028F2F38-132A-4975-8697-C24D68858CB3}" dt="2024-09-05T15:00:59.981" v="659" actId="122"/>
          <ac:spMkLst>
            <pc:docMk/>
            <pc:sldMk cId="1679553109" sldId="261"/>
            <ac:spMk id="4" creationId="{E13BF161-CC87-D20C-4565-990B8DBA56B5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028F2F38-132A-4975-8697-C24D68858CB3}" dt="2024-09-05T15:01:10.134" v="661" actId="122"/>
          <ac:spMkLst>
            <pc:docMk/>
            <pc:sldMk cId="1679553109" sldId="261"/>
            <ac:spMk id="7" creationId="{49C0300A-EF67-82D8-67FC-B10FC0AC8BB2}"/>
          </ac:spMkLst>
        </pc:spChg>
        <pc:spChg chg="del mod">
          <ac:chgData name="Tom Maurer" userId="63e8d4ad-d51a-484a-93f0-e9b7fcba0e4f" providerId="ADAL" clId="{028F2F38-132A-4975-8697-C24D68858CB3}" dt="2024-09-05T14:53:17.931" v="15" actId="478"/>
          <ac:spMkLst>
            <pc:docMk/>
            <pc:sldMk cId="1679553109" sldId="261"/>
            <ac:spMk id="10" creationId="{BB4E29D2-C0C0-D60C-6457-DD3D433DE54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1" creationId="{2F363A43-113D-8CFC-A563-4EABCA048737}"/>
          </ac:spMkLst>
        </pc:spChg>
        <pc:spChg chg="del">
          <ac:chgData name="Tom Maurer" userId="63e8d4ad-d51a-484a-93f0-e9b7fcba0e4f" providerId="ADAL" clId="{028F2F38-132A-4975-8697-C24D68858CB3}" dt="2024-09-05T14:53:09.597" v="11" actId="478"/>
          <ac:spMkLst>
            <pc:docMk/>
            <pc:sldMk cId="1679553109" sldId="261"/>
            <ac:spMk id="16" creationId="{4AA578E5-5DE5-4E32-DDCA-C9E85C6C48D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8" creationId="{319D36AA-A3CF-B238-CF35-B13DDBB78A62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24" creationId="{3ED0E233-9DF0-BB73-9C12-A8F6CC4BC768}"/>
          </ac:spMkLst>
        </pc:spChg>
        <pc:picChg chg="del">
          <ac:chgData name="Tom Maurer" userId="63e8d4ad-d51a-484a-93f0-e9b7fcba0e4f" providerId="ADAL" clId="{028F2F38-132A-4975-8697-C24D68858CB3}" dt="2024-09-05T14:53:14.326" v="13" actId="478"/>
          <ac:picMkLst>
            <pc:docMk/>
            <pc:sldMk cId="1679553109" sldId="261"/>
            <ac:picMk id="5" creationId="{A5F7F69C-A809-AE66-8336-5D66C6417C4B}"/>
          </ac:picMkLst>
        </pc:pic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028F2F38-132A-4975-8697-C24D68858CB3}" dt="2024-09-05T14:53:11.432" v="12" actId="478"/>
          <ac:cxnSpMkLst>
            <pc:docMk/>
            <pc:sldMk cId="1679553109" sldId="261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19" creationId="{C32B9307-593F-3844-FA0B-DE7703860FF0}"/>
          </ac:cxnSpMkLst>
        </pc:cxnChg>
      </pc:sldChg>
      <pc:sldChg chg="addSp delSp modSp mod setBg setClrOvrMap">
        <pc:chgData name="Tom Maurer" userId="63e8d4ad-d51a-484a-93f0-e9b7fcba0e4f" providerId="ADAL" clId="{028F2F38-132A-4975-8697-C24D68858CB3}" dt="2024-09-05T15:10:48.927" v="876" actId="1036"/>
        <pc:sldMkLst>
          <pc:docMk/>
          <pc:sldMk cId="2194712446" sldId="262"/>
        </pc:sldMkLst>
        <pc:spChg chg="del">
          <ac:chgData name="Tom Maurer" userId="63e8d4ad-d51a-484a-93f0-e9b7fcba0e4f" providerId="ADAL" clId="{028F2F38-132A-4975-8697-C24D68858CB3}" dt="2024-09-05T14:53:24.244" v="16" actId="478"/>
          <ac:spMkLst>
            <pc:docMk/>
            <pc:sldMk cId="2194712446" sldId="262"/>
            <ac:spMk id="2" creationId="{6E0822F7-2E55-734C-F241-A924D662A3B6}"/>
          </ac:spMkLst>
        </pc:spChg>
        <pc:spChg chg="del">
          <ac:chgData name="Tom Maurer" userId="63e8d4ad-d51a-484a-93f0-e9b7fcba0e4f" providerId="ADAL" clId="{028F2F38-132A-4975-8697-C24D68858CB3}" dt="2024-09-05T14:53:28.676" v="17" actId="478"/>
          <ac:spMkLst>
            <pc:docMk/>
            <pc:sldMk cId="2194712446" sldId="262"/>
            <ac:spMk id="3" creationId="{61DAA013-88AE-1D83-B18E-68C101614659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5" creationId="{1F76494F-375A-E059-765F-5AAA24B4F9D6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6" creationId="{0361B96A-A385-66FB-0B9F-0FA2D5D21542}"/>
          </ac:spMkLst>
        </pc:spChg>
        <pc:spChg chg="add mod">
          <ac:chgData name="Tom Maurer" userId="63e8d4ad-d51a-484a-93f0-e9b7fcba0e4f" providerId="ADAL" clId="{028F2F38-132A-4975-8697-C24D68858CB3}" dt="2024-09-05T15:10:48.927" v="876" actId="1036"/>
          <ac:spMkLst>
            <pc:docMk/>
            <pc:sldMk cId="2194712446" sldId="262"/>
            <ac:spMk id="9" creationId="{4646B0F0-BAB7-E798-134A-4A6474014A73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0" creationId="{BB237A14-61B1-4C00-A670-5D8D68A8668E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1" creationId="{8598F259-6F54-47A3-8D13-1603D786A328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2" creationId="{0BA768A8-4FED-4ED8-9E46-6BE72188ECD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7" creationId="{AD488FAE-8A33-44D2-922D-E1A7E147D9DE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9" creationId="{D1A684E7-FC3D-4F0E-9F70-C69B3BEFCA2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1" creationId="{E284F65F-D81D-4196-A4FB-F1C7EAC5553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3" creationId="{FE0E41EA-15C8-4C96-84B8-F9BBB96B5035}"/>
          </ac:spMkLst>
        </pc:spChg>
        <pc:picChg chg="add mod">
          <ac:chgData name="Tom Maurer" userId="63e8d4ad-d51a-484a-93f0-e9b7fcba0e4f" providerId="ADAL" clId="{028F2F38-132A-4975-8697-C24D68858CB3}" dt="2024-09-05T15:10:33.553" v="870" actId="1076"/>
          <ac:picMkLst>
            <pc:docMk/>
            <pc:sldMk cId="2194712446" sldId="262"/>
            <ac:picMk id="8" creationId="{54505E1F-BC03-9CB8-4CC9-BEC219B598F8}"/>
          </ac:picMkLst>
        </pc:picChg>
      </pc:sldChg>
      <pc:sldChg chg="addSp delSp modSp mod">
        <pc:chgData name="Tom Maurer" userId="63e8d4ad-d51a-484a-93f0-e9b7fcba0e4f" providerId="ADAL" clId="{028F2F38-132A-4975-8697-C24D68858CB3}" dt="2024-09-05T15:28:54.010" v="1161" actId="478"/>
        <pc:sldMkLst>
          <pc:docMk/>
          <pc:sldMk cId="1217833227" sldId="263"/>
        </pc:sldMkLst>
        <pc:spChg chg="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2" creationId="{E5B5C4F0-8297-1AA0-55CF-03DE58944232}"/>
          </ac:spMkLst>
        </pc:spChg>
        <pc:spChg chg="add 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" creationId="{01BF52CC-D3A2-17FB-A5AF-97FC2526AB36}"/>
          </ac:spMkLst>
        </pc:spChg>
        <pc:spChg chg="del">
          <ac:chgData name="Tom Maurer" userId="63e8d4ad-d51a-484a-93f0-e9b7fcba0e4f" providerId="ADAL" clId="{028F2F38-132A-4975-8697-C24D68858CB3}" dt="2024-09-05T14:53:33.641" v="19" actId="478"/>
          <ac:spMkLst>
            <pc:docMk/>
            <pc:sldMk cId="1217833227" sldId="263"/>
            <ac:spMk id="8" creationId="{5AD6E78B-F88D-9B66-7960-D3C15541ECA5}"/>
          </ac:spMkLst>
        </pc:spChg>
        <pc:spChg chg="del">
          <ac:chgData name="Tom Maurer" userId="63e8d4ad-d51a-484a-93f0-e9b7fcba0e4f" providerId="ADAL" clId="{028F2F38-132A-4975-8697-C24D68858CB3}" dt="2024-09-05T14:53:35.608" v="20" actId="478"/>
          <ac:spMkLst>
            <pc:docMk/>
            <pc:sldMk cId="1217833227" sldId="263"/>
            <ac:spMk id="9" creationId="{1413D02C-3D9E-1FA5-ECC6-B98189033641}"/>
          </ac:spMkLst>
        </pc:spChg>
        <pc:spChg chg="add del mod ord">
          <ac:chgData name="Tom Maurer" userId="63e8d4ad-d51a-484a-93f0-e9b7fcba0e4f" providerId="ADAL" clId="{028F2F38-132A-4975-8697-C24D68858CB3}" dt="2024-09-05T15:28:54.010" v="1161" actId="478"/>
          <ac:spMkLst>
            <pc:docMk/>
            <pc:sldMk cId="1217833227" sldId="263"/>
            <ac:spMk id="11" creationId="{C10D2DC5-383B-C35A-C43B-735BC0F6832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16" creationId="{B9C04DC5-313B-4FE4-B868-5672A376419F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2" creationId="{329FDD08-42D8-4AFF-90E5-5DAA5BC4CBD8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4" creationId="{C9583823-2AA3-46EB-A803-287EC900BC41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6" creationId="{CA87D9D8-42FB-4157-A365-AD97CC6BAFE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8" creationId="{2E6028E3-4806-4E1D-A24F-F8166F67F411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3" creationId="{AD488FAE-8A33-44D2-922D-E1A7E147D9DE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5" creationId="{D1A684E7-FC3D-4F0E-9F70-C69B3BEFCA2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7" creationId="{E284F65F-D81D-4196-A4FB-F1C7EAC5553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9" creationId="{FE0E41EA-15C8-4C96-84B8-F9BBB96B5035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4" creationId="{CE19B044-213B-4670-997D-10A1AF25635E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6" creationId="{4D0C6EAC-4CF1-4405-BB7A-D6E48E7DEB37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8" creationId="{2EF858D7-84ED-4C7D-B0EB-77866DA2D9FD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50" creationId="{DD88D366-AA6E-40A4-A229-24A7DC2CCCB6}"/>
          </ac:spMkLst>
        </pc:spChg>
        <pc:picChg chg="add del mod">
          <ac:chgData name="Tom Maurer" userId="63e8d4ad-d51a-484a-93f0-e9b7fcba0e4f" providerId="ADAL" clId="{028F2F38-132A-4975-8697-C24D68858CB3}" dt="2024-09-05T15:28:29.632" v="1152" actId="478"/>
          <ac:picMkLst>
            <pc:docMk/>
            <pc:sldMk cId="1217833227" sldId="263"/>
            <ac:picMk id="5" creationId="{7743D9D3-880B-1E58-F21C-4130106DC35E}"/>
          </ac:picMkLst>
        </pc:picChg>
        <pc:picChg chg="del">
          <ac:chgData name="Tom Maurer" userId="63e8d4ad-d51a-484a-93f0-e9b7fcba0e4f" providerId="ADAL" clId="{028F2F38-132A-4975-8697-C24D68858CB3}" dt="2024-09-05T14:53:31.335" v="18" actId="478"/>
          <ac:picMkLst>
            <pc:docMk/>
            <pc:sldMk cId="1217833227" sldId="263"/>
            <ac:picMk id="7" creationId="{4EC23501-945A-1ACB-1C0D-DDC01D02FC3B}"/>
          </ac:picMkLst>
        </pc:picChg>
        <pc:picChg chg="add mod ord">
          <ac:chgData name="Tom Maurer" userId="63e8d4ad-d51a-484a-93f0-e9b7fcba0e4f" providerId="ADAL" clId="{028F2F38-132A-4975-8697-C24D68858CB3}" dt="2024-09-05T15:19:46.624" v="1140" actId="1076"/>
          <ac:picMkLst>
            <pc:docMk/>
            <pc:sldMk cId="1217833227" sldId="263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2" creationId="{7594FC8B-8CD2-407F-94F1-9C71F5AEC2B6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4" creationId="{DBABC971-8D40-4A4F-AC60-28B9172789B9}"/>
          </ac:picMkLst>
        </pc:picChg>
        <pc:picChg chg="add mod ord">
          <ac:chgData name="Tom Maurer" userId="63e8d4ad-d51a-484a-93f0-e9b7fcba0e4f" providerId="ADAL" clId="{028F2F38-132A-4975-8697-C24D68858CB3}" dt="2024-09-05T15:28:50.489" v="1160" actId="1076"/>
          <ac:picMkLst>
            <pc:docMk/>
            <pc:sldMk cId="1217833227" sldId="263"/>
            <ac:picMk id="15" creationId="{E33C97D7-DF95-E522-448C-089F0E46DF97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8" creationId="{791AE23E-90C9-4963-96E2-8DADBFC3BC09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add del setBg delDesignElem">
        <pc:chgData name="Tom Maurer" userId="63e8d4ad-d51a-484a-93f0-e9b7fcba0e4f" providerId="ADAL" clId="{028F2F38-132A-4975-8697-C24D68858CB3}" dt="2024-09-05T15:29:07.887" v="1166"/>
        <pc:sldMkLst>
          <pc:docMk/>
          <pc:sldMk cId="537995467" sldId="264"/>
        </pc:sldMkLst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4" creationId="{CE19B044-213B-4670-997D-10A1AF25635E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6" creationId="{4D0C6EAC-4CF1-4405-BB7A-D6E48E7DEB37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8" creationId="{2EF858D7-84ED-4C7D-B0EB-77866DA2D9FD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50" creationId="{DD88D366-AA6E-40A4-A229-24A7DC2CCCB6}"/>
          </ac:spMkLst>
        </pc:spChg>
      </pc:sldChg>
      <pc:sldChg chg="addSp delSp modSp add mod setBg delDesignElem">
        <pc:chgData name="Tom Maurer" userId="63e8d4ad-d51a-484a-93f0-e9b7fcba0e4f" providerId="ADAL" clId="{028F2F38-132A-4975-8697-C24D68858CB3}" dt="2024-09-05T15:37:02.646" v="1392" actId="1076"/>
        <pc:sldMkLst>
          <pc:docMk/>
          <pc:sldMk cId="829943624" sldId="264"/>
        </pc:sldMkLst>
        <pc:spChg chg="mod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2" creationId="{E5B5C4F0-8297-1AA0-55CF-03DE58944232}"/>
          </ac:spMkLst>
        </pc:spChg>
        <pc:spChg chg="mod or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3" creationId="{01BF52CC-D3A2-17FB-A5AF-97FC2526AB3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2" creationId="{56526AC5-B69B-47B3-AFD9-961DC6CBA025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4" creationId="{840A09FC-0CA0-4C21-BE1C-1463F1CFCFDA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6" creationId="{7F638F10-EE56-40D0-BF90-58420C1B54B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8" creationId="{DD007ECD-0DF8-4267-B2FD-CF7B64CD12D8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0" creationId="{A994CE7E-AD98-4045-A15B-9054CF58DC8F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1" creationId="{19C1720A-5B1A-4E31-93A0-A8ACD67EE572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2" creationId="{67C5F271-EC3D-4C17-8F0A-F4F15F524D0E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3" creationId="{9F8250EE-4590-407B-B039-E8BDF27FA5C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4" creationId="{CE19B044-213B-4670-997D-10A1AF25635E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6" creationId="{4D0C6EAC-4CF1-4405-BB7A-D6E48E7DEB3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8" creationId="{2EF858D7-84ED-4C7D-B0EB-77866DA2D9FD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50" creationId="{DD88D366-AA6E-40A4-A229-24A7DC2CCCB6}"/>
          </ac:spMkLst>
        </pc:spChg>
        <pc:picChg chg="add mod">
          <ac:chgData name="Tom Maurer" userId="63e8d4ad-d51a-484a-93f0-e9b7fcba0e4f" providerId="ADAL" clId="{028F2F38-132A-4975-8697-C24D68858CB3}" dt="2024-09-05T15:36:52.948" v="1387" actId="14100"/>
          <ac:picMkLst>
            <pc:docMk/>
            <pc:sldMk cId="829943624" sldId="264"/>
            <ac:picMk id="5" creationId="{9761ECEA-8A0C-C975-7EDA-43775A27C6B4}"/>
          </ac:picMkLst>
        </pc:picChg>
        <pc:picChg chg="add mod ord">
          <ac:chgData name="Tom Maurer" userId="63e8d4ad-d51a-484a-93f0-e9b7fcba0e4f" providerId="ADAL" clId="{028F2F38-132A-4975-8697-C24D68858CB3}" dt="2024-09-05T15:37:02.646" v="1392" actId="1076"/>
          <ac:picMkLst>
            <pc:docMk/>
            <pc:sldMk cId="829943624" sldId="264"/>
            <ac:picMk id="7" creationId="{986A1300-3DC3-46CB-F385-CF5E1181B74C}"/>
          </ac:picMkLst>
        </pc:picChg>
        <pc:picChg chg="del">
          <ac:chgData name="Tom Maurer" userId="63e8d4ad-d51a-484a-93f0-e9b7fcba0e4f" providerId="ADAL" clId="{028F2F38-132A-4975-8697-C24D68858CB3}" dt="2024-09-05T15:29:17.406" v="1181" actId="478"/>
          <ac:picMkLst>
            <pc:docMk/>
            <pc:sldMk cId="829943624" sldId="264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29:18.915" v="1182" actId="478"/>
          <ac:picMkLst>
            <pc:docMk/>
            <pc:sldMk cId="829943624" sldId="264"/>
            <ac:picMk id="15" creationId="{E33C97D7-DF95-E522-448C-089F0E46DF97}"/>
          </ac:picMkLst>
        </pc:picChg>
      </pc:sldChg>
      <pc:sldChg chg="del">
        <pc:chgData name="Tom Maurer" userId="63e8d4ad-d51a-484a-93f0-e9b7fcba0e4f" providerId="ADAL" clId="{028F2F38-132A-4975-8697-C24D68858CB3}" dt="2024-09-05T15:27:16.985" v="1149" actId="47"/>
        <pc:sldMkLst>
          <pc:docMk/>
          <pc:sldMk cId="1884381967" sldId="264"/>
        </pc:sldMkLst>
      </pc:sldChg>
      <pc:sldChg chg="new del">
        <pc:chgData name="Tom Maurer" userId="63e8d4ad-d51a-484a-93f0-e9b7fcba0e4f" providerId="ADAL" clId="{028F2F38-132A-4975-8697-C24D68858CB3}" dt="2024-09-05T15:29:05.015" v="1163" actId="680"/>
        <pc:sldMkLst>
          <pc:docMk/>
          <pc:sldMk cId="2858079448" sldId="264"/>
        </pc:sldMkLst>
      </pc:sldChg>
      <pc:sldChg chg="addSp delSp modSp new mod modNotesTx">
        <pc:chgData name="Tom Maurer" userId="63e8d4ad-d51a-484a-93f0-e9b7fcba0e4f" providerId="ADAL" clId="{028F2F38-132A-4975-8697-C24D68858CB3}" dt="2024-09-05T15:39:59.257" v="1509" actId="20577"/>
        <pc:sldMkLst>
          <pc:docMk/>
          <pc:sldMk cId="2541004291" sldId="265"/>
        </pc:sldMkLst>
        <pc:spChg chg="mod">
          <ac:chgData name="Tom Maurer" userId="63e8d4ad-d51a-484a-93f0-e9b7fcba0e4f" providerId="ADAL" clId="{028F2F38-132A-4975-8697-C24D68858CB3}" dt="2024-09-05T15:37:22.186" v="1405" actId="20577"/>
          <ac:spMkLst>
            <pc:docMk/>
            <pc:sldMk cId="2541004291" sldId="265"/>
            <ac:spMk id="2" creationId="{F0072D4A-5330-BE2B-D316-75A1BB1F7672}"/>
          </ac:spMkLst>
        </pc:spChg>
        <pc:spChg chg="del mod">
          <ac:chgData name="Tom Maurer" userId="63e8d4ad-d51a-484a-93f0-e9b7fcba0e4f" providerId="ADAL" clId="{028F2F38-132A-4975-8697-C24D68858CB3}" dt="2024-09-05T15:39:00.238" v="1470" actId="22"/>
          <ac:spMkLst>
            <pc:docMk/>
            <pc:sldMk cId="2541004291" sldId="265"/>
            <ac:spMk id="3" creationId="{217A63D3-5E08-A5E1-2194-E08759BDE5F0}"/>
          </ac:spMkLst>
        </pc:spChg>
        <pc:picChg chg="add mod">
          <ac:chgData name="Tom Maurer" userId="63e8d4ad-d51a-484a-93f0-e9b7fcba0e4f" providerId="ADAL" clId="{028F2F38-132A-4975-8697-C24D68858CB3}" dt="2024-09-05T15:39:07.869" v="1474" actId="1076"/>
          <ac:picMkLst>
            <pc:docMk/>
            <pc:sldMk cId="2541004291" sldId="265"/>
            <ac:picMk id="5" creationId="{D7D4C9B4-FA25-55BC-78F0-13EF314F4074}"/>
          </ac:picMkLst>
        </pc:picChg>
        <pc:picChg chg="add mod ord">
          <ac:chgData name="Tom Maurer" userId="63e8d4ad-d51a-484a-93f0-e9b7fcba0e4f" providerId="ADAL" clId="{028F2F38-132A-4975-8697-C24D68858CB3}" dt="2024-09-05T15:39:16.238" v="1477" actId="14100"/>
          <ac:picMkLst>
            <pc:docMk/>
            <pc:sldMk cId="2541004291" sldId="265"/>
            <ac:picMk id="7" creationId="{2A2E3882-718B-32A6-9964-0AAA6973F8CD}"/>
          </ac:picMkLst>
        </pc:picChg>
      </pc:sldChg>
      <pc:sldChg chg="del">
        <pc:chgData name="Tom Maurer" userId="63e8d4ad-d51a-484a-93f0-e9b7fcba0e4f" providerId="ADAL" clId="{028F2F38-132A-4975-8697-C24D68858CB3}" dt="2024-09-05T15:27:18.741" v="1150" actId="47"/>
        <pc:sldMkLst>
          <pc:docMk/>
          <pc:sldMk cId="3663277866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C460-BEB4-4007-87EE-4DE532DBFBB2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21EDD-3A98-4A29-9F21-362CDB9B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83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c259f0d0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c259f0d0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6610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97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5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74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13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2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2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37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2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79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098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28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54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42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50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73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738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1" y="1680379"/>
            <a:ext cx="566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047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D7D66B-DB62-4E59-A0E9-775EEBAE6FE4}" type="datetimeFigureOut">
              <a:rPr lang="en-CA" smtClean="0"/>
              <a:t>2024-09-16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854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3.sv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3B63-26CE-A171-AA3C-D22BCC026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Themes and Styling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08CB5-82BB-07A5-032A-EFF043ED7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DMIT 2504 Week 3 day 2</a:t>
            </a:r>
          </a:p>
        </p:txBody>
      </p:sp>
    </p:spTree>
    <p:extLst>
      <p:ext uri="{BB962C8B-B14F-4D97-AF65-F5344CB8AC3E}">
        <p14:creationId xmlns:p14="http://schemas.microsoft.com/office/powerpoint/2010/main" val="133096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2000"/>
                <a:hueMod val="108000"/>
                <a:satMod val="164000"/>
                <a:lumMod val="69000"/>
              </a:schemeClr>
              <a:schemeClr val="bg1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731151-418C-4F0C-BFEC-3E68137FF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0C6E5-7800-E2E2-1265-BA9366E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/>
              <a:t>Announcements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25EAF-C5BE-4B57-A0E1-BA35B7C8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492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4" name="Freeform: Shape 10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</a:rPr>
              <a:t>Expectations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Late Assignments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Cheating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Be a good classmate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Don’t go to stupid sites in class 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Show up to class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B4ACD-83FE-5BCF-869F-006AEFE6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69" y="629266"/>
            <a:ext cx="3330328" cy="164198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/>
              <a:t>Theming</a:t>
            </a:r>
          </a:p>
        </p:txBody>
      </p:sp>
      <p:pic>
        <p:nvPicPr>
          <p:cNvPr id="5" name="Picture 4" descr="Pot of paints of various colors on multi color canvas">
            <a:extLst>
              <a:ext uri="{FF2B5EF4-FFF2-40B4-BE49-F238E27FC236}">
                <a16:creationId xmlns:a16="http://schemas.microsoft.com/office/drawing/2014/main" id="{B462E6FB-8072-CE0A-F8A9-557E63C5BE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8" r="4607" b="-1"/>
          <a:stretch/>
        </p:blipFill>
        <p:spPr>
          <a:xfrm>
            <a:off x="4634680" y="10"/>
            <a:ext cx="756013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86EAD8C-E6F5-45BA-86CF-3EED09D84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7663A-3212-5464-98EA-2A13DC437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669" y="2438400"/>
            <a:ext cx="3330328" cy="380999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The overarching style of your application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Colors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Fonts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Sizes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Can be done on a widget or app basis (or both)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09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B4ACD-83FE-5BCF-869F-006AEFE6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5629222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/>
              <a:t>Styling a single Widget</a:t>
            </a:r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9DA784F6-A190-4353-A6B8-4D4662219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5272B6-9F39-4688-833B-E91D3F60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4139" y="0"/>
            <a:ext cx="463828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F6482022-EA9C-4B5A-B904-E791C518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906400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DA365B-5A4D-51D0-12B1-35AB50EA7B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3742" y="688368"/>
            <a:ext cx="3980139" cy="2081217"/>
          </a:xfrm>
          <a:prstGeom prst="rect">
            <a:avLst/>
          </a:prstGeom>
          <a:effectLst/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F17E6FC-1040-4842-8B1A-C6F052D92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0ABA6B6-3548-77EF-ADA1-BE323928F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2" y="2052918"/>
            <a:ext cx="5628635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Done through properties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Often the </a:t>
            </a:r>
            <a:r>
              <a:rPr lang="en-US" dirty="0">
                <a:solidFill>
                  <a:srgbClr val="92D050"/>
                </a:solidFill>
              </a:rPr>
              <a:t>style</a:t>
            </a:r>
            <a:r>
              <a:rPr lang="en-US" dirty="0"/>
              <a:t> or </a:t>
            </a:r>
            <a:r>
              <a:rPr lang="en-US" dirty="0">
                <a:solidFill>
                  <a:srgbClr val="92D050"/>
                </a:solidFill>
              </a:rPr>
              <a:t>decoration</a:t>
            </a:r>
            <a:r>
              <a:rPr lang="en-US" dirty="0"/>
              <a:t> property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Must usually pass in some form of </a:t>
            </a:r>
            <a:r>
              <a:rPr lang="en-US" dirty="0">
                <a:solidFill>
                  <a:srgbClr val="92D050"/>
                </a:solidFill>
              </a:rPr>
              <a:t>Style</a:t>
            </a:r>
            <a:r>
              <a:rPr lang="en-US" dirty="0"/>
              <a:t> instance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F891A9-AE1F-2D55-E566-CB83B702C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5541" y="3006197"/>
            <a:ext cx="3036540" cy="324220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1761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35FA6-FB3E-E9D6-7797-154E23DD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3" y="629266"/>
            <a:ext cx="3116690" cy="55945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/>
              <a:t>Theme Data and App wide Changes</a:t>
            </a: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AD488FAE-8A33-44D2-922D-E1A7E147D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A684E7-FC3D-4F0E-9F70-C69B3BEFC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E284F65F-D81D-4196-A4FB-F1C7EAC5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140466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0E41EA-15C8-4C96-84B8-F9BBB96B5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0B8A2D6-8747-4D77-C823-F335B1EEE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452" y="1410458"/>
            <a:ext cx="6495847" cy="258991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Default styling for the app can be done in the </a:t>
            </a:r>
            <a:r>
              <a:rPr lang="en-US" dirty="0" err="1">
                <a:solidFill>
                  <a:srgbClr val="92D050"/>
                </a:solidFill>
              </a:rPr>
              <a:t>MaterialApp</a:t>
            </a:r>
            <a:r>
              <a:rPr lang="en-US" dirty="0">
                <a:solidFill>
                  <a:schemeClr val="bg1"/>
                </a:solidFill>
              </a:rPr>
              <a:t> widget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Assign a </a:t>
            </a:r>
            <a:r>
              <a:rPr lang="en-US" dirty="0" err="1">
                <a:solidFill>
                  <a:srgbClr val="92D050"/>
                </a:solidFill>
              </a:rPr>
              <a:t>ThemeData</a:t>
            </a:r>
            <a:r>
              <a:rPr lang="en-US" dirty="0">
                <a:solidFill>
                  <a:schemeClr val="bg1"/>
                </a:solidFill>
              </a:rPr>
              <a:t> instance to the theme property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Can pass different </a:t>
            </a:r>
            <a:r>
              <a:rPr lang="en-US" dirty="0" err="1">
                <a:solidFill>
                  <a:srgbClr val="92D050"/>
                </a:solidFill>
              </a:rPr>
              <a:t>ThemeData</a:t>
            </a:r>
            <a:r>
              <a:rPr lang="en-US" dirty="0">
                <a:solidFill>
                  <a:schemeClr val="bg1"/>
                </a:solidFill>
              </a:rPr>
              <a:t> instances for different widgets in the app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9BBEC0-488D-3032-98C4-0689E836C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071" y="4121284"/>
            <a:ext cx="7442608" cy="21025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2029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9EB56FE1-6944-43D7-8440-1190DAED6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B89412C-5C0E-4547-8705-988BE3ED2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BDBE258A-7E75-4D51-B4CB-C95FB702E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EEFF789-5B8D-402B-A041-F15E9276D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BFD1ECE8-0DC1-4BED-8616-8EC623A91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4630FC49-2A84-4315-BFDF-2CEF7B0BD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F62D3-E616-9075-25C3-F5EBC3D08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/>
              <a:t>Light and Dark Mode</a:t>
            </a:r>
          </a:p>
        </p:txBody>
      </p:sp>
      <p:sp>
        <p:nvSpPr>
          <p:cNvPr id="68" name="Freeform 23">
            <a:extLst>
              <a:ext uri="{FF2B5EF4-FFF2-40B4-BE49-F238E27FC236}">
                <a16:creationId xmlns:a16="http://schemas.microsoft.com/office/drawing/2014/main" id="{B73B6772-591A-4693-928C-DBC76DED4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5">
            <a:extLst>
              <a:ext uri="{FF2B5EF4-FFF2-40B4-BE49-F238E27FC236}">
                <a16:creationId xmlns:a16="http://schemas.microsoft.com/office/drawing/2014/main" id="{DF7B3D85-9113-4F35-900A-E715C57FF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680EBCB-6C14-4A9B-8857-C922E0F46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un">
            <a:extLst>
              <a:ext uri="{FF2B5EF4-FFF2-40B4-BE49-F238E27FC236}">
                <a16:creationId xmlns:a16="http://schemas.microsoft.com/office/drawing/2014/main" id="{1B990808-3EFB-34ED-FE8E-F6B4F71125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731" y="725064"/>
            <a:ext cx="2007821" cy="2007821"/>
          </a:xfrm>
          <a:prstGeom prst="rect">
            <a:avLst/>
          </a:prstGeom>
          <a:effectLst/>
        </p:spPr>
      </p:pic>
      <p:pic>
        <p:nvPicPr>
          <p:cNvPr id="4" name="Graphic 3" descr="Dim (Smaller Sun) outline">
            <a:extLst>
              <a:ext uri="{FF2B5EF4-FFF2-40B4-BE49-F238E27FC236}">
                <a16:creationId xmlns:a16="http://schemas.microsoft.com/office/drawing/2014/main" id="{7951A00A-FDD0-D668-601B-8672886CA4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228555" y="318115"/>
            <a:ext cx="2821721" cy="2821721"/>
          </a:xfrm>
          <a:prstGeom prst="rect">
            <a:avLst/>
          </a:prstGeom>
          <a:effectLst/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9A88AE3E-2DAB-4AA1-916B-90374D40B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8F82A-AA59-951A-D22E-A0A80FF92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3" y="2052918"/>
            <a:ext cx="4165146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By default the theme property defines the light mode theme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The darkTheme property defines the dark mode theme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The themeMode property defines the theme mode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ThemeData.dark() and ThemeData.light() include built in themes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06EC7-2D6A-5E27-B64E-66B294B824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54236" y="3361405"/>
            <a:ext cx="6163998" cy="209575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0300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6A398-F880-31BB-E026-E620C2775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3" y="629266"/>
            <a:ext cx="3116690" cy="55945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/>
              <a:t>Copy themes</a:t>
            </a:r>
          </a:p>
        </p:txBody>
      </p:sp>
      <p:sp>
        <p:nvSpPr>
          <p:cNvPr id="45" name="Freeform 7">
            <a:extLst>
              <a:ext uri="{FF2B5EF4-FFF2-40B4-BE49-F238E27FC236}">
                <a16:creationId xmlns:a16="http://schemas.microsoft.com/office/drawing/2014/main" id="{A89F1728-E5A8-4BD0-B9CA-EEF2932EF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B9D57DE-38E5-4D79-A639-6C94A39EF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60C18FE5-FC12-4EB1-8FE4-487733A2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140466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169092A-AB26-44D5-B7AB-FCEF25A5A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CF8FF-5295-3445-9FD6-E02D57596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452" y="1410459"/>
            <a:ext cx="6495847" cy="1885146"/>
          </a:xfrm>
        </p:spPr>
        <p:txBody>
          <a:bodyPr vert="horz" lIns="91440" tIns="45720" rIns="91440" bIns="45720" rtlCol="0">
            <a:normAutofit/>
          </a:bodyPr>
          <a:lstStyle/>
          <a:p>
            <a:pPr marL="152396" indent="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bg1"/>
                </a:solidFill>
              </a:rPr>
              <a:t>If you want most of a theme but want to change a few things you can use </a:t>
            </a:r>
            <a:r>
              <a:rPr lang="en-US" sz="2400" dirty="0" err="1">
                <a:solidFill>
                  <a:srgbClr val="92D050"/>
                </a:solidFill>
              </a:rPr>
              <a:t>copyWith</a:t>
            </a:r>
            <a:r>
              <a:rPr lang="en-US" sz="2400" dirty="0">
                <a:solidFill>
                  <a:srgbClr val="92D050"/>
                </a:solidFill>
              </a:rPr>
              <a:t>()</a:t>
            </a:r>
          </a:p>
        </p:txBody>
      </p:sp>
      <p:pic>
        <p:nvPicPr>
          <p:cNvPr id="5" name="Picture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77B79FA8-55C5-835F-B78C-38A88109F9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355" y="3295605"/>
            <a:ext cx="6846887" cy="260181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70777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2512D1-470A-B644-52DF-144470E8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3" y="629266"/>
            <a:ext cx="3116690" cy="55945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400"/>
              <a:t>Accessing theme in child widgets</a:t>
            </a: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AD488FAE-8A33-44D2-922D-E1A7E147D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A684E7-FC3D-4F0E-9F70-C69B3BEFC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E284F65F-D81D-4196-A4FB-F1C7EAC5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140466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0E41EA-15C8-4C96-84B8-F9BBB96B5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78354-0D17-141C-3CC8-E8CAB7DD5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452" y="1410458"/>
            <a:ext cx="6495847" cy="258991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Widgets lower in the widget tree often need access to theme values</a:t>
            </a:r>
          </a:p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Instead of passing theme all the way down you can use </a:t>
            </a:r>
            <a:r>
              <a:rPr lang="en-US" dirty="0" err="1">
                <a:solidFill>
                  <a:srgbClr val="92D050"/>
                </a:solidFill>
              </a:rPr>
              <a:t>Theme.of</a:t>
            </a:r>
            <a:r>
              <a:rPr lang="en-US" dirty="0">
                <a:solidFill>
                  <a:srgbClr val="92D050"/>
                </a:solidFill>
              </a:rPr>
              <a:t>(context)</a:t>
            </a:r>
          </a:p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This searches up the widget tree for the next available theme to use making use of the Inherited widget type</a:t>
            </a:r>
          </a:p>
        </p:txBody>
      </p:sp>
      <p:pic>
        <p:nvPicPr>
          <p:cNvPr id="7" name="Picture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EB49BB36-A2E5-6F60-D898-2A89E11B3D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0322" y="4266313"/>
            <a:ext cx="5717076" cy="204812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68600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4D460-FDF6-E86E-5EC0-BBAD54C3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/>
              <a:t>Adding a Font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142F58F-1A18-445C-8057-25B9F986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2C8825F8-2BBE-4F09-844D-BD569EE90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0B305D-E4F9-4F9F-81CA-BDFBA88B2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4AEBC1-5DBD-841D-7F21-4993221992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410" y="4337493"/>
            <a:ext cx="5449471" cy="2107683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52FFDD-C58B-D81F-000E-677C9CDC1B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0736" y="953719"/>
            <a:ext cx="5443145" cy="3073341"/>
          </a:xfrm>
          <a:prstGeom prst="rect">
            <a:avLst/>
          </a:prstGeom>
          <a:effectLst/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D77C917-B31B-4151-9BB3-768748C42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8D0EA-5931-9DA0-0688-35ABFD122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3" y="2052918"/>
            <a:ext cx="4165146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Get the .ttf files for the font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Put the .ttf files in a folder accessible by your app (assets/fonts/ is a great place)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Add the fonts to your pubspec.yaml as shown in the screenshot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/>
              <a:t>Access the font by using the fontFamily name</a:t>
            </a:r>
          </a:p>
        </p:txBody>
      </p:sp>
    </p:spTree>
    <p:extLst>
      <p:ext uri="{BB962C8B-B14F-4D97-AF65-F5344CB8AC3E}">
        <p14:creationId xmlns:p14="http://schemas.microsoft.com/office/powerpoint/2010/main" val="39983161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275</TotalTime>
  <Words>285</Words>
  <Application>Microsoft Office PowerPoint</Application>
  <PresentationFormat>Widescreen</PresentationFormat>
  <Paragraphs>40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Century Gothic</vt:lpstr>
      <vt:lpstr>Wingdings 3</vt:lpstr>
      <vt:lpstr>Ion</vt:lpstr>
      <vt:lpstr>Themes and Styling</vt:lpstr>
      <vt:lpstr>Announcements</vt:lpstr>
      <vt:lpstr>Expectations</vt:lpstr>
      <vt:lpstr>Theming</vt:lpstr>
      <vt:lpstr>Styling a single Widget</vt:lpstr>
      <vt:lpstr>Theme Data and App wide Changes</vt:lpstr>
      <vt:lpstr>Light and Dark Mode</vt:lpstr>
      <vt:lpstr>Copy themes</vt:lpstr>
      <vt:lpstr>Accessing theme in child widgets</vt:lpstr>
      <vt:lpstr>Adding a Font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Maurer</dc:creator>
  <cp:lastModifiedBy>Tom Maurer</cp:lastModifiedBy>
  <cp:revision>1</cp:revision>
  <dcterms:created xsi:type="dcterms:W3CDTF">2024-08-30T16:20:47Z</dcterms:created>
  <dcterms:modified xsi:type="dcterms:W3CDTF">2024-09-16T20:09:45Z</dcterms:modified>
</cp:coreProperties>
</file>