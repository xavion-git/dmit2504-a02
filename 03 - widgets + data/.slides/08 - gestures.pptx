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260" r:id="rId3"/>
    <p:sldId id="26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72" autoAdjust="0"/>
  </p:normalViewPr>
  <p:slideViewPr>
    <p:cSldViewPr snapToGrid="0">
      <p:cViewPr varScale="1">
        <p:scale>
          <a:sx n="97" d="100"/>
          <a:sy n="97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8A5EB13A-6EB6-4346-B118-9F4CE81083CC}"/>
    <pc:docChg chg="modSld">
      <pc:chgData name="Tom Maurer" userId="63e8d4ad-d51a-484a-93f0-e9b7fcba0e4f" providerId="ADAL" clId="{8A5EB13A-6EB6-4346-B118-9F4CE81083CC}" dt="2025-02-04T16:42:44.409" v="0" actId="1076"/>
      <pc:docMkLst>
        <pc:docMk/>
      </pc:docMkLst>
      <pc:sldChg chg="modSp mod">
        <pc:chgData name="Tom Maurer" userId="63e8d4ad-d51a-484a-93f0-e9b7fcba0e4f" providerId="ADAL" clId="{8A5EB13A-6EB6-4346-B118-9F4CE81083CC}" dt="2025-02-04T16:42:44.409" v="0" actId="1076"/>
        <pc:sldMkLst>
          <pc:docMk/>
          <pc:sldMk cId="2641075410" sldId="266"/>
        </pc:sldMkLst>
        <pc:spChg chg="mod">
          <ac:chgData name="Tom Maurer" userId="63e8d4ad-d51a-484a-93f0-e9b7fcba0e4f" providerId="ADAL" clId="{8A5EB13A-6EB6-4346-B118-9F4CE81083CC}" dt="2025-02-04T16:42:44.409" v="0" actId="1076"/>
          <ac:spMkLst>
            <pc:docMk/>
            <pc:sldMk cId="2641075410" sldId="266"/>
            <ac:spMk id="7" creationId="{B5AD595E-E101-BD6F-B3D7-5654FA3C51F2}"/>
          </ac:spMkLst>
        </pc:spChg>
        <pc:cxnChg chg="mod">
          <ac:chgData name="Tom Maurer" userId="63e8d4ad-d51a-484a-93f0-e9b7fcba0e4f" providerId="ADAL" clId="{8A5EB13A-6EB6-4346-B118-9F4CE81083CC}" dt="2025-02-04T16:42:44.409" v="0" actId="1076"/>
          <ac:cxnSpMkLst>
            <pc:docMk/>
            <pc:sldMk cId="2641075410" sldId="266"/>
            <ac:cxnSpMk id="11" creationId="{4C479693-C61D-1FA5-FAF1-B0612751E780}"/>
          </ac:cxnSpMkLst>
        </pc:cxnChg>
        <pc:cxnChg chg="mod">
          <ac:chgData name="Tom Maurer" userId="63e8d4ad-d51a-484a-93f0-e9b7fcba0e4f" providerId="ADAL" clId="{8A5EB13A-6EB6-4346-B118-9F4CE81083CC}" dt="2025-02-04T16:42:44.409" v="0" actId="1076"/>
          <ac:cxnSpMkLst>
            <pc:docMk/>
            <pc:sldMk cId="2641075410" sldId="266"/>
            <ac:cxnSpMk id="14" creationId="{D3A5F75B-8B17-CE9B-CA8A-133F34D6ECC7}"/>
          </ac:cxnSpMkLst>
        </pc:cxnChg>
      </pc:sldChg>
    </pc:docChg>
  </pc:docChgLst>
  <pc:docChgLst>
    <pc:chgData name="Tom Maurer" userId="63e8d4ad-d51a-484a-93f0-e9b7fcba0e4f" providerId="ADAL" clId="{36ECCD20-A8A9-4C55-AC19-48082CA8DF99}"/>
    <pc:docChg chg="undo custSel addSld modSld sldOrd">
      <pc:chgData name="Tom Maurer" userId="63e8d4ad-d51a-484a-93f0-e9b7fcba0e4f" providerId="ADAL" clId="{36ECCD20-A8A9-4C55-AC19-48082CA8DF99}" dt="2024-08-30T17:47:44.101" v="2107" actId="14100"/>
      <pc:docMkLst>
        <pc:docMk/>
      </pc:docMkLst>
      <pc:sldChg chg="modSp new mod">
        <pc:chgData name="Tom Maurer" userId="63e8d4ad-d51a-484a-93f0-e9b7fcba0e4f" providerId="ADAL" clId="{36ECCD20-A8A9-4C55-AC19-48082CA8DF99}" dt="2024-08-30T16:21:14.245" v="55" actId="20577"/>
        <pc:sldMkLst>
          <pc:docMk/>
          <pc:sldMk cId="1330967993" sldId="256"/>
        </pc:sldMkLst>
      </pc:sldChg>
      <pc:sldChg chg="addSp delSp modSp new mod setBg setClrOvrMap">
        <pc:chgData name="Tom Maurer" userId="63e8d4ad-d51a-484a-93f0-e9b7fcba0e4f" providerId="ADAL" clId="{36ECCD20-A8A9-4C55-AC19-48082CA8DF99}" dt="2024-08-30T16:53:18.981" v="178" actId="26606"/>
        <pc:sldMkLst>
          <pc:docMk/>
          <pc:sldMk cId="323330893" sldId="257"/>
        </pc:sldMkLst>
      </pc:sldChg>
      <pc:sldChg chg="addSp modSp add mod ord setBg setClrOvrMap">
        <pc:chgData name="Tom Maurer" userId="63e8d4ad-d51a-484a-93f0-e9b7fcba0e4f" providerId="ADAL" clId="{36ECCD20-A8A9-4C55-AC19-48082CA8DF99}" dt="2024-08-30T16:53:24.001" v="179" actId="20577"/>
        <pc:sldMkLst>
          <pc:docMk/>
          <pc:sldMk cId="0" sldId="259"/>
        </pc:sldMkLst>
      </pc:sldChg>
      <pc:sldChg chg="addSp delSp modSp new mod ord setBg setClrOvrMap">
        <pc:chgData name="Tom Maurer" userId="63e8d4ad-d51a-484a-93f0-e9b7fcba0e4f" providerId="ADAL" clId="{36ECCD20-A8A9-4C55-AC19-48082CA8DF99}" dt="2024-08-30T16:50:59.536" v="170" actId="26606"/>
        <pc:sldMkLst>
          <pc:docMk/>
          <pc:sldMk cId="4008492965" sldId="260"/>
        </pc:sldMkLst>
      </pc:sldChg>
      <pc:sldChg chg="addSp delSp modSp new mod">
        <pc:chgData name="Tom Maurer" userId="63e8d4ad-d51a-484a-93f0-e9b7fcba0e4f" providerId="ADAL" clId="{36ECCD20-A8A9-4C55-AC19-48082CA8DF99}" dt="2024-08-30T17:00:59.144" v="339"/>
        <pc:sldMkLst>
          <pc:docMk/>
          <pc:sldMk cId="1679553109" sldId="261"/>
        </pc:sldMkLst>
      </pc:sldChg>
      <pc:sldChg chg="addSp delSp modSp add mod setBg setClrOvrMap">
        <pc:chgData name="Tom Maurer" userId="63e8d4ad-d51a-484a-93f0-e9b7fcba0e4f" providerId="ADAL" clId="{36ECCD20-A8A9-4C55-AC19-48082CA8DF99}" dt="2024-08-30T17:12:27.562" v="1321" actId="20577"/>
        <pc:sldMkLst>
          <pc:docMk/>
          <pc:sldMk cId="2194712446" sldId="262"/>
        </pc:sldMkLst>
      </pc:sldChg>
      <pc:sldChg chg="addSp delSp modSp new mod setBg">
        <pc:chgData name="Tom Maurer" userId="63e8d4ad-d51a-484a-93f0-e9b7fcba0e4f" providerId="ADAL" clId="{36ECCD20-A8A9-4C55-AC19-48082CA8DF99}" dt="2024-08-30T17:20:18.003" v="1354" actId="207"/>
        <pc:sldMkLst>
          <pc:docMk/>
          <pc:sldMk cId="1217833227" sldId="263"/>
        </pc:sldMkLst>
      </pc:sldChg>
      <pc:sldChg chg="addSp delSp modSp new mod setBg">
        <pc:chgData name="Tom Maurer" userId="63e8d4ad-d51a-484a-93f0-e9b7fcba0e4f" providerId="ADAL" clId="{36ECCD20-A8A9-4C55-AC19-48082CA8DF99}" dt="2024-08-30T17:36:28.188" v="1485" actId="1038"/>
        <pc:sldMkLst>
          <pc:docMk/>
          <pc:sldMk cId="1884381967" sldId="264"/>
        </pc:sldMkLst>
      </pc:sldChg>
      <pc:sldChg chg="addSp modSp new mod ord">
        <pc:chgData name="Tom Maurer" userId="63e8d4ad-d51a-484a-93f0-e9b7fcba0e4f" providerId="ADAL" clId="{36ECCD20-A8A9-4C55-AC19-48082CA8DF99}" dt="2024-08-30T17:47:44.101" v="2107" actId="14100"/>
        <pc:sldMkLst>
          <pc:docMk/>
          <pc:sldMk cId="3663277866" sldId="265"/>
        </pc:sldMkLst>
      </pc:sldChg>
    </pc:docChg>
  </pc:docChgLst>
  <pc:docChgLst>
    <pc:chgData name="Tom Maurer" userId="63e8d4ad-d51a-484a-93f0-e9b7fcba0e4f" providerId="ADAL" clId="{B12C10ED-5225-47BC-8AFC-CEBD301F6A16}"/>
    <pc:docChg chg="undo redo custSel addSld delSld modSld">
      <pc:chgData name="Tom Maurer" userId="63e8d4ad-d51a-484a-93f0-e9b7fcba0e4f" providerId="ADAL" clId="{B12C10ED-5225-47BC-8AFC-CEBD301F6A16}" dt="2024-09-16T20:09:40.831" v="2631" actId="171"/>
      <pc:docMkLst>
        <pc:docMk/>
      </pc:docMkLst>
      <pc:sldChg chg="modSp mod">
        <pc:chgData name="Tom Maurer" userId="63e8d4ad-d51a-484a-93f0-e9b7fcba0e4f" providerId="ADAL" clId="{B12C10ED-5225-47BC-8AFC-CEBD301F6A16}" dt="2024-09-12T21:22:04.904" v="29" actId="20577"/>
        <pc:sldMkLst>
          <pc:docMk/>
          <pc:sldMk cId="1330967993" sldId="256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1679553109" sldId="261"/>
        </pc:sldMkLst>
      </pc:sldChg>
      <pc:sldChg chg="addSp modSp new mod setBg">
        <pc:chgData name="Tom Maurer" userId="63e8d4ad-d51a-484a-93f0-e9b7fcba0e4f" providerId="ADAL" clId="{B12C10ED-5225-47BC-8AFC-CEBD301F6A16}" dt="2024-09-12T21:47:29.152" v="419" actId="20577"/>
        <pc:sldMkLst>
          <pc:docMk/>
          <pc:sldMk cId="3241809925" sldId="261"/>
        </pc:sldMkLst>
      </pc:sldChg>
      <pc:sldChg chg="addSp delSp modSp add mod setBg">
        <pc:chgData name="Tom Maurer" userId="63e8d4ad-d51a-484a-93f0-e9b7fcba0e4f" providerId="ADAL" clId="{B12C10ED-5225-47BC-8AFC-CEBD301F6A16}" dt="2024-09-12T22:01:24.588" v="1179" actId="20577"/>
        <pc:sldMkLst>
          <pc:docMk/>
          <pc:sldMk cId="517616879" sldId="262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2194712446" sldId="262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1217833227" sldId="263"/>
        </pc:sldMkLst>
      </pc:sldChg>
      <pc:sldChg chg="addSp delSp modSp new mod setBg">
        <pc:chgData name="Tom Maurer" userId="63e8d4ad-d51a-484a-93f0-e9b7fcba0e4f" providerId="ADAL" clId="{B12C10ED-5225-47BC-8AFC-CEBD301F6A16}" dt="2024-09-12T22:01:22.371" v="1175" actId="20577"/>
        <pc:sldMkLst>
          <pc:docMk/>
          <pc:sldMk cId="2320295573" sldId="263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829943624" sldId="264"/>
        </pc:sldMkLst>
      </pc:sldChg>
      <pc:sldChg chg="addSp delSp modSp new mod setBg">
        <pc:chgData name="Tom Maurer" userId="63e8d4ad-d51a-484a-93f0-e9b7fcba0e4f" providerId="ADAL" clId="{B12C10ED-5225-47BC-8AFC-CEBD301F6A16}" dt="2024-09-12T22:19:38.282" v="1370" actId="1076"/>
        <pc:sldMkLst>
          <pc:docMk/>
          <pc:sldMk cId="2303006756" sldId="264"/>
        </pc:sldMkLst>
      </pc:sldChg>
      <pc:sldChg chg="addSp delSp modSp new mod setBg">
        <pc:chgData name="Tom Maurer" userId="63e8d4ad-d51a-484a-93f0-e9b7fcba0e4f" providerId="ADAL" clId="{B12C10ED-5225-47BC-8AFC-CEBD301F6A16}" dt="2024-09-12T22:24:14.650" v="1469" actId="1076"/>
        <pc:sldMkLst>
          <pc:docMk/>
          <pc:sldMk cId="1870777156" sldId="265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2541004291" sldId="265"/>
        </pc:sldMkLst>
      </pc:sldChg>
      <pc:sldChg chg="modSp new del mod">
        <pc:chgData name="Tom Maurer" userId="63e8d4ad-d51a-484a-93f0-e9b7fcba0e4f" providerId="ADAL" clId="{B12C10ED-5225-47BC-8AFC-CEBD301F6A16}" dt="2024-09-12T21:28:39.967" v="206" actId="680"/>
        <pc:sldMkLst>
          <pc:docMk/>
          <pc:sldMk cId="985243088" sldId="266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2507337001" sldId="266"/>
        </pc:sldMkLst>
      </pc:sldChg>
      <pc:sldChg chg="addSp delSp modSp new mod setBg modNotesTx">
        <pc:chgData name="Tom Maurer" userId="63e8d4ad-d51a-484a-93f0-e9b7fcba0e4f" providerId="ADAL" clId="{B12C10ED-5225-47BC-8AFC-CEBD301F6A16}" dt="2024-09-12T22:36:07.231" v="2235" actId="1076"/>
        <pc:sldMkLst>
          <pc:docMk/>
          <pc:sldMk cId="2868600526" sldId="266"/>
        </pc:sldMkLst>
      </pc:sldChg>
      <pc:sldChg chg="del">
        <pc:chgData name="Tom Maurer" userId="63e8d4ad-d51a-484a-93f0-e9b7fcba0e4f" providerId="ADAL" clId="{B12C10ED-5225-47BC-8AFC-CEBD301F6A16}" dt="2024-09-12T21:22:11.963" v="30" actId="47"/>
        <pc:sldMkLst>
          <pc:docMk/>
          <pc:sldMk cId="3351909750" sldId="267"/>
        </pc:sldMkLst>
      </pc:sldChg>
      <pc:sldChg chg="addSp modSp new mod setBg">
        <pc:chgData name="Tom Maurer" userId="63e8d4ad-d51a-484a-93f0-e9b7fcba0e4f" providerId="ADAL" clId="{B12C10ED-5225-47BC-8AFC-CEBD301F6A16}" dt="2024-09-16T20:09:40.831" v="2631" actId="171"/>
        <pc:sldMkLst>
          <pc:docMk/>
          <pc:sldMk cId="3998316157" sldId="267"/>
        </pc:sldMkLst>
      </pc:sldChg>
    </pc:docChg>
  </pc:docChgLst>
  <pc:docChgLst>
    <pc:chgData name="Tom Maurer" userId="S::tmaurer@nait.ca::63e8d4ad-d51a-484a-93f0-e9b7fcba0e4f" providerId="AD" clId="Web-{D93FC64E-32E7-56CF-19B8-E7723A9CFC04}"/>
    <pc:docChg chg="modSld">
      <pc:chgData name="Tom Maurer" userId="S::tmaurer@nait.ca::63e8d4ad-d51a-484a-93f0-e9b7fcba0e4f" providerId="AD" clId="Web-{D93FC64E-32E7-56CF-19B8-E7723A9CFC04}" dt="2024-09-25T03:43:49.343" v="15"/>
      <pc:docMkLst>
        <pc:docMk/>
      </pc:docMkLst>
      <pc:sldChg chg="modNotes">
        <pc:chgData name="Tom Maurer" userId="S::tmaurer@nait.ca::63e8d4ad-d51a-484a-93f0-e9b7fcba0e4f" providerId="AD" clId="Web-{D93FC64E-32E7-56CF-19B8-E7723A9CFC04}" dt="2024-09-25T03:43:49.343" v="15"/>
        <pc:sldMkLst>
          <pc:docMk/>
          <pc:sldMk cId="1636988343" sldId="268"/>
        </pc:sldMkLst>
      </pc:sldChg>
    </pc:docChg>
  </pc:docChgLst>
  <pc:docChgLst>
    <pc:chgData name="Tom Maurer" userId="63e8d4ad-d51a-484a-93f0-e9b7fcba0e4f" providerId="ADAL" clId="{AAE1D268-4738-442B-B87B-9F473273732A}"/>
    <pc:docChg chg="undo custSel addSld modSld sldOrd">
      <pc:chgData name="Tom Maurer" userId="63e8d4ad-d51a-484a-93f0-e9b7fcba0e4f" providerId="ADAL" clId="{AAE1D268-4738-442B-B87B-9F473273732A}" dt="2024-09-09T20:37:53.914" v="1448" actId="1076"/>
      <pc:docMkLst>
        <pc:docMk/>
      </pc:docMkLst>
      <pc:sldChg chg="modSp mod">
        <pc:chgData name="Tom Maurer" userId="63e8d4ad-d51a-484a-93f0-e9b7fcba0e4f" providerId="ADAL" clId="{AAE1D268-4738-442B-B87B-9F473273732A}" dt="2024-09-09T15:18:35.659" v="15" actId="20577"/>
        <pc:sldMkLst>
          <pc:docMk/>
          <pc:sldMk cId="1330967993" sldId="256"/>
        </pc:sldMkLst>
      </pc:sldChg>
      <pc:sldChg chg="addSp delSp modSp mod setBg">
        <pc:chgData name="Tom Maurer" userId="63e8d4ad-d51a-484a-93f0-e9b7fcba0e4f" providerId="ADAL" clId="{AAE1D268-4738-442B-B87B-9F473273732A}" dt="2024-09-09T15:28:29.369" v="263" actId="1076"/>
        <pc:sldMkLst>
          <pc:docMk/>
          <pc:sldMk cId="1679553109" sldId="261"/>
        </pc:sldMkLst>
      </pc:sldChg>
      <pc:sldChg chg="addSp delSp modSp mod setBg setClrOvrMap">
        <pc:chgData name="Tom Maurer" userId="63e8d4ad-d51a-484a-93f0-e9b7fcba0e4f" providerId="ADAL" clId="{AAE1D268-4738-442B-B87B-9F473273732A}" dt="2024-09-09T15:32:06.213" v="497" actId="20577"/>
        <pc:sldMkLst>
          <pc:docMk/>
          <pc:sldMk cId="2194712446" sldId="262"/>
        </pc:sldMkLst>
      </pc:sldChg>
      <pc:sldChg chg="addSp delSp modSp mod">
        <pc:chgData name="Tom Maurer" userId="63e8d4ad-d51a-484a-93f0-e9b7fcba0e4f" providerId="ADAL" clId="{AAE1D268-4738-442B-B87B-9F473273732A}" dt="2024-09-09T15:36:34.328" v="696" actId="14100"/>
        <pc:sldMkLst>
          <pc:docMk/>
          <pc:sldMk cId="1217833227" sldId="263"/>
        </pc:sldMkLst>
      </pc:sldChg>
      <pc:sldChg chg="addSp delSp modSp mod">
        <pc:chgData name="Tom Maurer" userId="63e8d4ad-d51a-484a-93f0-e9b7fcba0e4f" providerId="ADAL" clId="{AAE1D268-4738-442B-B87B-9F473273732A}" dt="2024-09-09T20:24:04.361" v="1126" actId="1076"/>
        <pc:sldMkLst>
          <pc:docMk/>
          <pc:sldMk cId="829943624" sldId="264"/>
        </pc:sldMkLst>
      </pc:sldChg>
      <pc:sldChg chg="addSp delSp modSp mod">
        <pc:chgData name="Tom Maurer" userId="63e8d4ad-d51a-484a-93f0-e9b7fcba0e4f" providerId="ADAL" clId="{AAE1D268-4738-442B-B87B-9F473273732A}" dt="2024-09-09T20:37:53.914" v="1448" actId="1076"/>
        <pc:sldMkLst>
          <pc:docMk/>
          <pc:sldMk cId="2541004291" sldId="265"/>
        </pc:sldMkLst>
      </pc:sldChg>
      <pc:sldChg chg="addSp delSp modSp add mod ord setBg delDesignElem">
        <pc:chgData name="Tom Maurer" userId="63e8d4ad-d51a-484a-93f0-e9b7fcba0e4f" providerId="ADAL" clId="{AAE1D268-4738-442B-B87B-9F473273732A}" dt="2024-09-09T20:21:46.078" v="1076" actId="1076"/>
        <pc:sldMkLst>
          <pc:docMk/>
          <pc:sldMk cId="2507337001" sldId="266"/>
        </pc:sldMkLst>
      </pc:sldChg>
      <pc:sldChg chg="addSp delSp modSp add mod setBg delDesignElem">
        <pc:chgData name="Tom Maurer" userId="63e8d4ad-d51a-484a-93f0-e9b7fcba0e4f" providerId="ADAL" clId="{AAE1D268-4738-442B-B87B-9F473273732A}" dt="2024-09-09T20:09:55.435" v="897" actId="14100"/>
        <pc:sldMkLst>
          <pc:docMk/>
          <pc:sldMk cId="3351909750" sldId="267"/>
        </pc:sldMkLst>
      </pc:sldChg>
    </pc:docChg>
  </pc:docChgLst>
  <pc:docChgLst>
    <pc:chgData name="Tom Maurer" userId="63e8d4ad-d51a-484a-93f0-e9b7fcba0e4f" providerId="ADAL" clId="{8A50F550-C4EB-4EC9-A415-EC8D84E3F3EC}"/>
    <pc:docChg chg="undo custSel addSld delSld modSld sldOrd">
      <pc:chgData name="Tom Maurer" userId="63e8d4ad-d51a-484a-93f0-e9b7fcba0e4f" providerId="ADAL" clId="{8A50F550-C4EB-4EC9-A415-EC8D84E3F3EC}" dt="2024-09-23T22:16:25.884" v="2396" actId="20577"/>
      <pc:docMkLst>
        <pc:docMk/>
      </pc:docMkLst>
      <pc:sldChg chg="modSp mod">
        <pc:chgData name="Tom Maurer" userId="63e8d4ad-d51a-484a-93f0-e9b7fcba0e4f" providerId="ADAL" clId="{8A50F550-C4EB-4EC9-A415-EC8D84E3F3EC}" dt="2024-09-16T22:07:51.022" v="1290" actId="20577"/>
        <pc:sldMkLst>
          <pc:docMk/>
          <pc:sldMk cId="1330967993" sldId="256"/>
        </pc:sldMkLst>
      </pc:sldChg>
      <pc:sldChg chg="add del">
        <pc:chgData name="Tom Maurer" userId="63e8d4ad-d51a-484a-93f0-e9b7fcba0e4f" providerId="ADAL" clId="{8A50F550-C4EB-4EC9-A415-EC8D84E3F3EC}" dt="2024-09-16T21:30:48.873" v="18" actId="47"/>
        <pc:sldMkLst>
          <pc:docMk/>
          <pc:sldMk cId="3241809925" sldId="261"/>
        </pc:sldMkLst>
      </pc:sldChg>
      <pc:sldChg chg="addSp delSp modSp new mod setBg addAnim delAnim setClrOvrMap modNotesTx">
        <pc:chgData name="Tom Maurer" userId="63e8d4ad-d51a-484a-93f0-e9b7fcba0e4f" providerId="ADAL" clId="{8A50F550-C4EB-4EC9-A415-EC8D84E3F3EC}" dt="2024-09-16T21:32:29.999" v="119" actId="26606"/>
        <pc:sldMkLst>
          <pc:docMk/>
          <pc:sldMk cId="3930499510" sldId="261"/>
        </pc:sldMkLst>
      </pc:sldChg>
      <pc:sldChg chg="add del">
        <pc:chgData name="Tom Maurer" userId="63e8d4ad-d51a-484a-93f0-e9b7fcba0e4f" providerId="ADAL" clId="{8A50F550-C4EB-4EC9-A415-EC8D84E3F3EC}" dt="2024-09-16T21:30:48.873" v="18" actId="47"/>
        <pc:sldMkLst>
          <pc:docMk/>
          <pc:sldMk cId="517616879" sldId="262"/>
        </pc:sldMkLst>
      </pc:sldChg>
      <pc:sldChg chg="addSp modSp new mod setBg">
        <pc:chgData name="Tom Maurer" userId="63e8d4ad-d51a-484a-93f0-e9b7fcba0e4f" providerId="ADAL" clId="{8A50F550-C4EB-4EC9-A415-EC8D84E3F3EC}" dt="2024-09-16T21:36:03.601" v="533" actId="1076"/>
        <pc:sldMkLst>
          <pc:docMk/>
          <pc:sldMk cId="3045347381" sldId="262"/>
        </pc:sldMkLst>
      </pc:sldChg>
      <pc:sldChg chg="addSp delSp modSp new mod setBg">
        <pc:chgData name="Tom Maurer" userId="63e8d4ad-d51a-484a-93f0-e9b7fcba0e4f" providerId="ADAL" clId="{8A50F550-C4EB-4EC9-A415-EC8D84E3F3EC}" dt="2024-09-16T21:51:56.364" v="967" actId="14100"/>
        <pc:sldMkLst>
          <pc:docMk/>
          <pc:sldMk cId="1616122496" sldId="263"/>
        </pc:sldMkLst>
      </pc:sldChg>
      <pc:sldChg chg="add del">
        <pc:chgData name="Tom Maurer" userId="63e8d4ad-d51a-484a-93f0-e9b7fcba0e4f" providerId="ADAL" clId="{8A50F550-C4EB-4EC9-A415-EC8D84E3F3EC}" dt="2024-09-16T21:30:48.873" v="18" actId="47"/>
        <pc:sldMkLst>
          <pc:docMk/>
          <pc:sldMk cId="2320295573" sldId="263"/>
        </pc:sldMkLst>
      </pc:sldChg>
      <pc:sldChg chg="new del">
        <pc:chgData name="Tom Maurer" userId="63e8d4ad-d51a-484a-93f0-e9b7fcba0e4f" providerId="ADAL" clId="{8A50F550-C4EB-4EC9-A415-EC8D84E3F3EC}" dt="2024-09-16T21:35:46.177" v="531" actId="680"/>
        <pc:sldMkLst>
          <pc:docMk/>
          <pc:sldMk cId="2690486825" sldId="263"/>
        </pc:sldMkLst>
      </pc:sldChg>
      <pc:sldChg chg="new del">
        <pc:chgData name="Tom Maurer" userId="63e8d4ad-d51a-484a-93f0-e9b7fcba0e4f" providerId="ADAL" clId="{8A50F550-C4EB-4EC9-A415-EC8D84E3F3EC}" dt="2024-09-16T21:35:43.003" v="529" actId="680"/>
        <pc:sldMkLst>
          <pc:docMk/>
          <pc:sldMk cId="3595207488" sldId="263"/>
        </pc:sldMkLst>
      </pc:sldChg>
      <pc:sldChg chg="add del">
        <pc:chgData name="Tom Maurer" userId="63e8d4ad-d51a-484a-93f0-e9b7fcba0e4f" providerId="ADAL" clId="{8A50F550-C4EB-4EC9-A415-EC8D84E3F3EC}" dt="2024-09-16T21:30:48.873" v="18" actId="47"/>
        <pc:sldMkLst>
          <pc:docMk/>
          <pc:sldMk cId="2303006756" sldId="264"/>
        </pc:sldMkLst>
      </pc:sldChg>
      <pc:sldChg chg="addSp modSp new mod setBg">
        <pc:chgData name="Tom Maurer" userId="63e8d4ad-d51a-484a-93f0-e9b7fcba0e4f" providerId="ADAL" clId="{8A50F550-C4EB-4EC9-A415-EC8D84E3F3EC}" dt="2024-09-16T22:01:03.898" v="989" actId="1076"/>
        <pc:sldMkLst>
          <pc:docMk/>
          <pc:sldMk cId="2467974007" sldId="264"/>
        </pc:sldMkLst>
      </pc:sldChg>
      <pc:sldChg chg="new del">
        <pc:chgData name="Tom Maurer" userId="63e8d4ad-d51a-484a-93f0-e9b7fcba0e4f" providerId="ADAL" clId="{8A50F550-C4EB-4EC9-A415-EC8D84E3F3EC}" dt="2024-09-16T22:03:37.269" v="991" actId="680"/>
        <pc:sldMkLst>
          <pc:docMk/>
          <pc:sldMk cId="1502649936" sldId="265"/>
        </pc:sldMkLst>
      </pc:sldChg>
      <pc:sldChg chg="add del">
        <pc:chgData name="Tom Maurer" userId="63e8d4ad-d51a-484a-93f0-e9b7fcba0e4f" providerId="ADAL" clId="{8A50F550-C4EB-4EC9-A415-EC8D84E3F3EC}" dt="2024-09-16T21:30:48.873" v="18" actId="47"/>
        <pc:sldMkLst>
          <pc:docMk/>
          <pc:sldMk cId="1870777156" sldId="265"/>
        </pc:sldMkLst>
      </pc:sldChg>
      <pc:sldChg chg="addSp delSp modSp add mod ord setBg setClrOvrMap delDesignElem">
        <pc:chgData name="Tom Maurer" userId="63e8d4ad-d51a-484a-93f0-e9b7fcba0e4f" providerId="ADAL" clId="{8A50F550-C4EB-4EC9-A415-EC8D84E3F3EC}" dt="2024-09-16T22:08:15.243" v="1297" actId="26606"/>
        <pc:sldMkLst>
          <pc:docMk/>
          <pc:sldMk cId="2337985115" sldId="265"/>
        </pc:sldMkLst>
      </pc:sldChg>
      <pc:sldChg chg="addSp delSp modSp new mod modNotesTx">
        <pc:chgData name="Tom Maurer" userId="63e8d4ad-d51a-484a-93f0-e9b7fcba0e4f" providerId="ADAL" clId="{8A50F550-C4EB-4EC9-A415-EC8D84E3F3EC}" dt="2024-09-16T22:18:50.815" v="1615" actId="20577"/>
        <pc:sldMkLst>
          <pc:docMk/>
          <pc:sldMk cId="2641075410" sldId="266"/>
        </pc:sldMkLst>
      </pc:sldChg>
      <pc:sldChg chg="add del">
        <pc:chgData name="Tom Maurer" userId="63e8d4ad-d51a-484a-93f0-e9b7fcba0e4f" providerId="ADAL" clId="{8A50F550-C4EB-4EC9-A415-EC8D84E3F3EC}" dt="2024-09-16T21:30:48.873" v="18" actId="47"/>
        <pc:sldMkLst>
          <pc:docMk/>
          <pc:sldMk cId="2868600526" sldId="266"/>
        </pc:sldMkLst>
      </pc:sldChg>
      <pc:sldChg chg="new del">
        <pc:chgData name="Tom Maurer" userId="63e8d4ad-d51a-484a-93f0-e9b7fcba0e4f" providerId="ADAL" clId="{8A50F550-C4EB-4EC9-A415-EC8D84E3F3EC}" dt="2024-09-16T22:19:01.453" v="1619" actId="680"/>
        <pc:sldMkLst>
          <pc:docMk/>
          <pc:sldMk cId="2701316671" sldId="267"/>
        </pc:sldMkLst>
      </pc:sldChg>
      <pc:sldChg chg="new del">
        <pc:chgData name="Tom Maurer" userId="63e8d4ad-d51a-484a-93f0-e9b7fcba0e4f" providerId="ADAL" clId="{8A50F550-C4EB-4EC9-A415-EC8D84E3F3EC}" dt="2024-09-16T22:18:58.376" v="1617" actId="680"/>
        <pc:sldMkLst>
          <pc:docMk/>
          <pc:sldMk cId="3200702417" sldId="267"/>
        </pc:sldMkLst>
      </pc:sldChg>
      <pc:sldChg chg="add del">
        <pc:chgData name="Tom Maurer" userId="63e8d4ad-d51a-484a-93f0-e9b7fcba0e4f" providerId="ADAL" clId="{8A50F550-C4EB-4EC9-A415-EC8D84E3F3EC}" dt="2024-09-16T21:30:48.873" v="18" actId="47"/>
        <pc:sldMkLst>
          <pc:docMk/>
          <pc:sldMk cId="3998316157" sldId="267"/>
        </pc:sldMkLst>
      </pc:sldChg>
      <pc:sldChg chg="delSp modSp add mod ord setBg delDesignElem">
        <pc:chgData name="Tom Maurer" userId="63e8d4ad-d51a-484a-93f0-e9b7fcba0e4f" providerId="ADAL" clId="{8A50F550-C4EB-4EC9-A415-EC8D84E3F3EC}" dt="2024-09-16T22:20:56.259" v="1992" actId="20577"/>
        <pc:sldMkLst>
          <pc:docMk/>
          <pc:sldMk cId="4228940011" sldId="267"/>
        </pc:sldMkLst>
      </pc:sldChg>
      <pc:sldChg chg="delSp modSp add mod setBg delDesignElem modNotesTx">
        <pc:chgData name="Tom Maurer" userId="63e8d4ad-d51a-484a-93f0-e9b7fcba0e4f" providerId="ADAL" clId="{8A50F550-C4EB-4EC9-A415-EC8D84E3F3EC}" dt="2024-09-23T22:16:25.884" v="2396" actId="20577"/>
        <pc:sldMkLst>
          <pc:docMk/>
          <pc:sldMk cId="1636988343" sldId="268"/>
        </pc:sldMkLst>
      </pc:sldChg>
    </pc:docChg>
  </pc:docChgLst>
  <pc:docChgLst>
    <pc:chgData name="Tom Maurer" userId="63e8d4ad-d51a-484a-93f0-e9b7fcba0e4f" providerId="ADAL" clId="{028F2F38-132A-4975-8697-C24D68858CB3}"/>
    <pc:docChg chg="undo custSel addSld delSld modSld">
      <pc:chgData name="Tom Maurer" userId="63e8d4ad-d51a-484a-93f0-e9b7fcba0e4f" providerId="ADAL" clId="{028F2F38-132A-4975-8697-C24D68858CB3}" dt="2024-09-05T15:39:59.257" v="1509" actId="20577"/>
      <pc:docMkLst>
        <pc:docMk/>
      </pc:docMkLst>
      <pc:sldChg chg="modSp mod">
        <pc:chgData name="Tom Maurer" userId="63e8d4ad-d51a-484a-93f0-e9b7fcba0e4f" providerId="ADAL" clId="{028F2F38-132A-4975-8697-C24D68858CB3}" dt="2024-09-05T14:50:20.192" v="1" actId="20577"/>
        <pc:sldMkLst>
          <pc:docMk/>
          <pc:sldMk cId="1330967993" sldId="256"/>
        </pc:sldMkLst>
      </pc:sldChg>
      <pc:sldChg chg="modSp del mod">
        <pc:chgData name="Tom Maurer" userId="63e8d4ad-d51a-484a-93f0-e9b7fcba0e4f" providerId="ADAL" clId="{028F2F38-132A-4975-8697-C24D68858CB3}" dt="2024-09-05T14:50:35.266" v="3" actId="47"/>
        <pc:sldMkLst>
          <pc:docMk/>
          <pc:sldMk cId="323330893" sldId="257"/>
        </pc:sldMkLst>
      </pc:sldChg>
      <pc:sldChg chg="addSp delSp modSp mod">
        <pc:chgData name="Tom Maurer" userId="63e8d4ad-d51a-484a-93f0-e9b7fcba0e4f" providerId="ADAL" clId="{028F2F38-132A-4975-8697-C24D68858CB3}" dt="2024-09-05T15:01:10.134" v="661" actId="122"/>
        <pc:sldMkLst>
          <pc:docMk/>
          <pc:sldMk cId="1679553109" sldId="261"/>
        </pc:sldMkLst>
      </pc:sldChg>
      <pc:sldChg chg="addSp delSp modSp mod setBg setClrOvrMap">
        <pc:chgData name="Tom Maurer" userId="63e8d4ad-d51a-484a-93f0-e9b7fcba0e4f" providerId="ADAL" clId="{028F2F38-132A-4975-8697-C24D68858CB3}" dt="2024-09-05T15:10:48.927" v="876" actId="1036"/>
        <pc:sldMkLst>
          <pc:docMk/>
          <pc:sldMk cId="2194712446" sldId="262"/>
        </pc:sldMkLst>
      </pc:sldChg>
      <pc:sldChg chg="addSp delSp modSp mod">
        <pc:chgData name="Tom Maurer" userId="63e8d4ad-d51a-484a-93f0-e9b7fcba0e4f" providerId="ADAL" clId="{028F2F38-132A-4975-8697-C24D68858CB3}" dt="2024-09-05T15:28:54.010" v="1161" actId="478"/>
        <pc:sldMkLst>
          <pc:docMk/>
          <pc:sldMk cId="1217833227" sldId="263"/>
        </pc:sldMkLst>
      </pc:sldChg>
      <pc:sldChg chg="addSp delSp add del setBg delDesignElem">
        <pc:chgData name="Tom Maurer" userId="63e8d4ad-d51a-484a-93f0-e9b7fcba0e4f" providerId="ADAL" clId="{028F2F38-132A-4975-8697-C24D68858CB3}" dt="2024-09-05T15:29:07.887" v="1166"/>
        <pc:sldMkLst>
          <pc:docMk/>
          <pc:sldMk cId="537995467" sldId="264"/>
        </pc:sldMkLst>
      </pc:sldChg>
      <pc:sldChg chg="addSp delSp modSp add mod setBg delDesignElem">
        <pc:chgData name="Tom Maurer" userId="63e8d4ad-d51a-484a-93f0-e9b7fcba0e4f" providerId="ADAL" clId="{028F2F38-132A-4975-8697-C24D68858CB3}" dt="2024-09-05T15:37:02.646" v="1392" actId="1076"/>
        <pc:sldMkLst>
          <pc:docMk/>
          <pc:sldMk cId="829943624" sldId="264"/>
        </pc:sldMkLst>
      </pc:sldChg>
      <pc:sldChg chg="del">
        <pc:chgData name="Tom Maurer" userId="63e8d4ad-d51a-484a-93f0-e9b7fcba0e4f" providerId="ADAL" clId="{028F2F38-132A-4975-8697-C24D68858CB3}" dt="2024-09-05T15:27:16.985" v="1149" actId="47"/>
        <pc:sldMkLst>
          <pc:docMk/>
          <pc:sldMk cId="1884381967" sldId="264"/>
        </pc:sldMkLst>
      </pc:sldChg>
      <pc:sldChg chg="new del">
        <pc:chgData name="Tom Maurer" userId="63e8d4ad-d51a-484a-93f0-e9b7fcba0e4f" providerId="ADAL" clId="{028F2F38-132A-4975-8697-C24D68858CB3}" dt="2024-09-05T15:29:05.015" v="1163" actId="680"/>
        <pc:sldMkLst>
          <pc:docMk/>
          <pc:sldMk cId="2858079448" sldId="264"/>
        </pc:sldMkLst>
      </pc:sldChg>
      <pc:sldChg chg="addSp delSp modSp new mod modNotesTx">
        <pc:chgData name="Tom Maurer" userId="63e8d4ad-d51a-484a-93f0-e9b7fcba0e4f" providerId="ADAL" clId="{028F2F38-132A-4975-8697-C24D68858CB3}" dt="2024-09-05T15:39:59.257" v="1509" actId="20577"/>
        <pc:sldMkLst>
          <pc:docMk/>
          <pc:sldMk cId="2541004291" sldId="265"/>
        </pc:sldMkLst>
      </pc:sldChg>
      <pc:sldChg chg="del">
        <pc:chgData name="Tom Maurer" userId="63e8d4ad-d51a-484a-93f0-e9b7fcba0e4f" providerId="ADAL" clId="{028F2F38-132A-4975-8697-C24D68858CB3}" dt="2024-09-05T15:27:18.741" v="1150" actId="47"/>
        <pc:sldMkLst>
          <pc:docMk/>
          <pc:sldMk cId="3663277866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033B74-6806-457D-A89F-284589A0EDD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645D2E-5F87-4412-B59F-37E2837D492F}">
      <dgm:prSet/>
      <dgm:spPr/>
      <dgm:t>
        <a:bodyPr/>
        <a:lstStyle/>
        <a:p>
          <a:r>
            <a:rPr lang="en-US" b="0" i="0"/>
            <a:t>Many widgets have gestures built into the widget so you won’t need GestureDetector</a:t>
          </a:r>
          <a:endParaRPr lang="en-US"/>
        </a:p>
      </dgm:t>
    </dgm:pt>
    <dgm:pt modelId="{706147A9-D363-4975-9794-C4DBFAD82C12}" type="parTrans" cxnId="{2D500562-432E-403F-BCBD-CE70E2477D6C}">
      <dgm:prSet/>
      <dgm:spPr/>
      <dgm:t>
        <a:bodyPr/>
        <a:lstStyle/>
        <a:p>
          <a:endParaRPr lang="en-US"/>
        </a:p>
      </dgm:t>
    </dgm:pt>
    <dgm:pt modelId="{A76297BE-7611-43EB-8025-7C5ECCED84AB}" type="sibTrans" cxnId="{2D500562-432E-403F-BCBD-CE70E2477D6C}">
      <dgm:prSet/>
      <dgm:spPr/>
      <dgm:t>
        <a:bodyPr/>
        <a:lstStyle/>
        <a:p>
          <a:endParaRPr lang="en-US"/>
        </a:p>
      </dgm:t>
    </dgm:pt>
    <dgm:pt modelId="{E7E95093-159D-45EC-ADEF-CC6C5FC23C17}">
      <dgm:prSet/>
      <dgm:spPr/>
      <dgm:t>
        <a:bodyPr/>
        <a:lstStyle/>
        <a:p>
          <a:r>
            <a:rPr lang="en-US" b="0" i="0"/>
            <a:t>For example the ElevatedButton widget has the onPressed property that detects presses and calls the callback function</a:t>
          </a:r>
          <a:endParaRPr lang="en-US"/>
        </a:p>
      </dgm:t>
    </dgm:pt>
    <dgm:pt modelId="{C320E352-2407-46BA-A886-0310BCFBA5AA}" type="parTrans" cxnId="{6737EAA0-8CE5-4016-95F7-728B62F73790}">
      <dgm:prSet/>
      <dgm:spPr/>
      <dgm:t>
        <a:bodyPr/>
        <a:lstStyle/>
        <a:p>
          <a:endParaRPr lang="en-US"/>
        </a:p>
      </dgm:t>
    </dgm:pt>
    <dgm:pt modelId="{0A87116C-690D-4969-B348-F7B9BE331C63}" type="sibTrans" cxnId="{6737EAA0-8CE5-4016-95F7-728B62F73790}">
      <dgm:prSet/>
      <dgm:spPr/>
      <dgm:t>
        <a:bodyPr/>
        <a:lstStyle/>
        <a:p>
          <a:endParaRPr lang="en-US"/>
        </a:p>
      </dgm:t>
    </dgm:pt>
    <dgm:pt modelId="{744860B3-F88E-40E9-95A8-5E4DA4F59086}" type="pres">
      <dgm:prSet presAssocID="{CB033B74-6806-457D-A89F-284589A0EDD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FB0F3AB-47E8-41C9-890F-E24EE040B83C}" type="pres">
      <dgm:prSet presAssocID="{5B645D2E-5F87-4412-B59F-37E2837D492F}" presName="hierRoot1" presStyleCnt="0"/>
      <dgm:spPr/>
    </dgm:pt>
    <dgm:pt modelId="{772381C9-2261-45F9-B912-9722FA17DBB9}" type="pres">
      <dgm:prSet presAssocID="{5B645D2E-5F87-4412-B59F-37E2837D492F}" presName="composite" presStyleCnt="0"/>
      <dgm:spPr/>
    </dgm:pt>
    <dgm:pt modelId="{181CDDBA-80AB-4FAB-8485-C5423F56C8E9}" type="pres">
      <dgm:prSet presAssocID="{5B645D2E-5F87-4412-B59F-37E2837D492F}" presName="background" presStyleLbl="node0" presStyleIdx="0" presStyleCnt="2"/>
      <dgm:spPr/>
    </dgm:pt>
    <dgm:pt modelId="{E51CA6CC-CA9C-451C-A848-7F23CBF75947}" type="pres">
      <dgm:prSet presAssocID="{5B645D2E-5F87-4412-B59F-37E2837D492F}" presName="text" presStyleLbl="fgAcc0" presStyleIdx="0" presStyleCnt="2">
        <dgm:presLayoutVars>
          <dgm:chPref val="3"/>
        </dgm:presLayoutVars>
      </dgm:prSet>
      <dgm:spPr/>
    </dgm:pt>
    <dgm:pt modelId="{9874329A-43A8-48F9-BC3B-62AE95E03C40}" type="pres">
      <dgm:prSet presAssocID="{5B645D2E-5F87-4412-B59F-37E2837D492F}" presName="hierChild2" presStyleCnt="0"/>
      <dgm:spPr/>
    </dgm:pt>
    <dgm:pt modelId="{0CEBD441-10A2-40E9-8ABC-CD69DE65DBCF}" type="pres">
      <dgm:prSet presAssocID="{E7E95093-159D-45EC-ADEF-CC6C5FC23C17}" presName="hierRoot1" presStyleCnt="0"/>
      <dgm:spPr/>
    </dgm:pt>
    <dgm:pt modelId="{A356FF46-BD02-4CB8-B619-F089263CCE87}" type="pres">
      <dgm:prSet presAssocID="{E7E95093-159D-45EC-ADEF-CC6C5FC23C17}" presName="composite" presStyleCnt="0"/>
      <dgm:spPr/>
    </dgm:pt>
    <dgm:pt modelId="{24F324BF-60AB-40C8-A630-C8BDB89457A9}" type="pres">
      <dgm:prSet presAssocID="{E7E95093-159D-45EC-ADEF-CC6C5FC23C17}" presName="background" presStyleLbl="node0" presStyleIdx="1" presStyleCnt="2"/>
      <dgm:spPr/>
    </dgm:pt>
    <dgm:pt modelId="{5D57DEB3-BE52-4801-8AE5-00C7A9F2045C}" type="pres">
      <dgm:prSet presAssocID="{E7E95093-159D-45EC-ADEF-CC6C5FC23C17}" presName="text" presStyleLbl="fgAcc0" presStyleIdx="1" presStyleCnt="2">
        <dgm:presLayoutVars>
          <dgm:chPref val="3"/>
        </dgm:presLayoutVars>
      </dgm:prSet>
      <dgm:spPr/>
    </dgm:pt>
    <dgm:pt modelId="{E5E54F1B-B3D0-43AC-A1C7-8751FF7545A5}" type="pres">
      <dgm:prSet presAssocID="{E7E95093-159D-45EC-ADEF-CC6C5FC23C17}" presName="hierChild2" presStyleCnt="0"/>
      <dgm:spPr/>
    </dgm:pt>
  </dgm:ptLst>
  <dgm:cxnLst>
    <dgm:cxn modelId="{8D74672E-6B56-40AB-ABDC-7CDC00D0689D}" type="presOf" srcId="{E7E95093-159D-45EC-ADEF-CC6C5FC23C17}" destId="{5D57DEB3-BE52-4801-8AE5-00C7A9F2045C}" srcOrd="0" destOrd="0" presId="urn:microsoft.com/office/officeart/2005/8/layout/hierarchy1"/>
    <dgm:cxn modelId="{2D500562-432E-403F-BCBD-CE70E2477D6C}" srcId="{CB033B74-6806-457D-A89F-284589A0EDDA}" destId="{5B645D2E-5F87-4412-B59F-37E2837D492F}" srcOrd="0" destOrd="0" parTransId="{706147A9-D363-4975-9794-C4DBFAD82C12}" sibTransId="{A76297BE-7611-43EB-8025-7C5ECCED84AB}"/>
    <dgm:cxn modelId="{42745B7D-8B15-4059-B342-DC28EFE4219C}" type="presOf" srcId="{5B645D2E-5F87-4412-B59F-37E2837D492F}" destId="{E51CA6CC-CA9C-451C-A848-7F23CBF75947}" srcOrd="0" destOrd="0" presId="urn:microsoft.com/office/officeart/2005/8/layout/hierarchy1"/>
    <dgm:cxn modelId="{6737EAA0-8CE5-4016-95F7-728B62F73790}" srcId="{CB033B74-6806-457D-A89F-284589A0EDDA}" destId="{E7E95093-159D-45EC-ADEF-CC6C5FC23C17}" srcOrd="1" destOrd="0" parTransId="{C320E352-2407-46BA-A886-0310BCFBA5AA}" sibTransId="{0A87116C-690D-4969-B348-F7B9BE331C63}"/>
    <dgm:cxn modelId="{E1B015F1-337C-4282-97BE-100B5A5F5F9C}" type="presOf" srcId="{CB033B74-6806-457D-A89F-284589A0EDDA}" destId="{744860B3-F88E-40E9-95A8-5E4DA4F59086}" srcOrd="0" destOrd="0" presId="urn:microsoft.com/office/officeart/2005/8/layout/hierarchy1"/>
    <dgm:cxn modelId="{AF9E1111-8E0F-4379-8D4F-FC319A4F922A}" type="presParOf" srcId="{744860B3-F88E-40E9-95A8-5E4DA4F59086}" destId="{1FB0F3AB-47E8-41C9-890F-E24EE040B83C}" srcOrd="0" destOrd="0" presId="urn:microsoft.com/office/officeart/2005/8/layout/hierarchy1"/>
    <dgm:cxn modelId="{209548B5-437E-45E8-88C5-3A904603E089}" type="presParOf" srcId="{1FB0F3AB-47E8-41C9-890F-E24EE040B83C}" destId="{772381C9-2261-45F9-B912-9722FA17DBB9}" srcOrd="0" destOrd="0" presId="urn:microsoft.com/office/officeart/2005/8/layout/hierarchy1"/>
    <dgm:cxn modelId="{5F9BA5C9-37F6-4FB7-8E92-77AF0EAB303D}" type="presParOf" srcId="{772381C9-2261-45F9-B912-9722FA17DBB9}" destId="{181CDDBA-80AB-4FAB-8485-C5423F56C8E9}" srcOrd="0" destOrd="0" presId="urn:microsoft.com/office/officeart/2005/8/layout/hierarchy1"/>
    <dgm:cxn modelId="{80E2E71D-2C8A-4904-9385-EFF74A5C8E65}" type="presParOf" srcId="{772381C9-2261-45F9-B912-9722FA17DBB9}" destId="{E51CA6CC-CA9C-451C-A848-7F23CBF75947}" srcOrd="1" destOrd="0" presId="urn:microsoft.com/office/officeart/2005/8/layout/hierarchy1"/>
    <dgm:cxn modelId="{6BF58E32-BA9F-4B44-AB64-C17F92A54A4F}" type="presParOf" srcId="{1FB0F3AB-47E8-41C9-890F-E24EE040B83C}" destId="{9874329A-43A8-48F9-BC3B-62AE95E03C40}" srcOrd="1" destOrd="0" presId="urn:microsoft.com/office/officeart/2005/8/layout/hierarchy1"/>
    <dgm:cxn modelId="{6758BF3B-F494-4F76-9422-C67118BB86CC}" type="presParOf" srcId="{744860B3-F88E-40E9-95A8-5E4DA4F59086}" destId="{0CEBD441-10A2-40E9-8ABC-CD69DE65DBCF}" srcOrd="1" destOrd="0" presId="urn:microsoft.com/office/officeart/2005/8/layout/hierarchy1"/>
    <dgm:cxn modelId="{6855D02D-8481-4936-84F3-1273D53F4EC1}" type="presParOf" srcId="{0CEBD441-10A2-40E9-8ABC-CD69DE65DBCF}" destId="{A356FF46-BD02-4CB8-B619-F089263CCE87}" srcOrd="0" destOrd="0" presId="urn:microsoft.com/office/officeart/2005/8/layout/hierarchy1"/>
    <dgm:cxn modelId="{5B3D2101-7884-4743-8AAE-CC6BB8245230}" type="presParOf" srcId="{A356FF46-BD02-4CB8-B619-F089263CCE87}" destId="{24F324BF-60AB-40C8-A630-C8BDB89457A9}" srcOrd="0" destOrd="0" presId="urn:microsoft.com/office/officeart/2005/8/layout/hierarchy1"/>
    <dgm:cxn modelId="{35E62DA2-3E89-4E5A-949C-C181AAAB9501}" type="presParOf" srcId="{A356FF46-BD02-4CB8-B619-F089263CCE87}" destId="{5D57DEB3-BE52-4801-8AE5-00C7A9F2045C}" srcOrd="1" destOrd="0" presId="urn:microsoft.com/office/officeart/2005/8/layout/hierarchy1"/>
    <dgm:cxn modelId="{B3BCE44B-7F2A-43DA-B66C-0B17A0A4A710}" type="presParOf" srcId="{0CEBD441-10A2-40E9-8ABC-CD69DE65DBCF}" destId="{E5E54F1B-B3D0-43AC-A1C7-8751FF7545A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CDDBA-80AB-4FAB-8485-C5423F56C8E9}">
      <dsp:nvSpPr>
        <dsp:cNvPr id="0" name=""/>
        <dsp:cNvSpPr/>
      </dsp:nvSpPr>
      <dsp:spPr>
        <a:xfrm>
          <a:off x="85120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CA6CC-CA9C-451C-A848-7F23CBF75947}">
      <dsp:nvSpPr>
        <dsp:cNvPr id="0" name=""/>
        <dsp:cNvSpPr/>
      </dsp:nvSpPr>
      <dsp:spPr>
        <a:xfrm>
          <a:off x="595840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Many widgets have gestures built into the widget so you won’t need GestureDetector</a:t>
          </a:r>
          <a:endParaRPr lang="en-US" sz="2900" kern="1200"/>
        </a:p>
      </dsp:txBody>
      <dsp:txXfrm>
        <a:off x="681328" y="570834"/>
        <a:ext cx="4425508" cy="2747791"/>
      </dsp:txXfrm>
    </dsp:sp>
    <dsp:sp modelId="{24F324BF-60AB-40C8-A630-C8BDB89457A9}">
      <dsp:nvSpPr>
        <dsp:cNvPr id="0" name=""/>
        <dsp:cNvSpPr/>
      </dsp:nvSpPr>
      <dsp:spPr>
        <a:xfrm>
          <a:off x="5703045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7DEB3-BE52-4801-8AE5-00C7A9F2045C}">
      <dsp:nvSpPr>
        <dsp:cNvPr id="0" name=""/>
        <dsp:cNvSpPr/>
      </dsp:nvSpPr>
      <dsp:spPr>
        <a:xfrm>
          <a:off x="6213765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For example the ElevatedButton widget has the onPressed property that detects presses and calls the callback function</a:t>
          </a:r>
          <a:endParaRPr lang="en-US" sz="2900" kern="1200"/>
        </a:p>
      </dsp:txBody>
      <dsp:txXfrm>
        <a:off x="6299253" y="570834"/>
        <a:ext cx="4425508" cy="27477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Common issues:</a:t>
            </a:r>
          </a:p>
          <a:p>
            <a:pPr marL="171450" indent="-171450">
              <a:buFontTx/>
              <a:buChar char="-"/>
            </a:pPr>
            <a:r>
              <a:rPr lang="en-CA" dirty="0"/>
              <a:t>Not validating the sunrise and sunset month and year (no marks docked)</a:t>
            </a:r>
          </a:p>
          <a:p>
            <a:pPr marL="171450" indent="-171450">
              <a:buFontTx/>
              <a:buChar char="-"/>
            </a:pPr>
            <a:r>
              <a:rPr lang="en-CA" dirty="0"/>
              <a:t>Not validating in the constructors</a:t>
            </a:r>
          </a:p>
          <a:p>
            <a:pPr marL="171450" indent="-171450">
              <a:buFontTx/>
              <a:buChar char="-"/>
            </a:pPr>
            <a:r>
              <a:rPr lang="en-CA" dirty="0"/>
              <a:t>Putting a check in to see if the sunrise and sunset have been initialized before validating</a:t>
            </a:r>
          </a:p>
          <a:p>
            <a:pPr marL="171450" indent="-171450">
              <a:buFontTx/>
              <a:buChar char="-"/>
            </a:pPr>
            <a:r>
              <a:rPr lang="en-CA" dirty="0"/>
              <a:t>Not converting the </a:t>
            </a:r>
            <a:r>
              <a:rPr lang="en-CA" dirty="0" err="1"/>
              <a:t>api</a:t>
            </a:r>
            <a:r>
              <a:rPr lang="en-CA" dirty="0"/>
              <a:t> output to </a:t>
            </a:r>
            <a:r>
              <a:rPr lang="en-CA" dirty="0" err="1"/>
              <a:t>ints</a:t>
            </a:r>
          </a:p>
          <a:p>
            <a:pPr marL="171450" indent="-171450">
              <a:buFontTx/>
              <a:buChar char="-"/>
            </a:pPr>
            <a:r>
              <a:rPr lang="en-CA"/>
              <a:t>No marks deducted (throwing an exception inside of a try catch)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7010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Drags</a:t>
            </a:r>
          </a:p>
          <a:p>
            <a:r>
              <a:rPr lang="en-CA" dirty="0"/>
              <a:t>Taps</a:t>
            </a:r>
          </a:p>
          <a:p>
            <a:r>
              <a:rPr lang="en-CA" dirty="0"/>
              <a:t>Pinches</a:t>
            </a:r>
          </a:p>
          <a:p>
            <a:r>
              <a:rPr lang="en-CA" dirty="0"/>
              <a:t>Long presses</a:t>
            </a:r>
          </a:p>
          <a:p>
            <a:r>
              <a:rPr lang="en-CA" dirty="0"/>
              <a:t>Double taps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6783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InitState</a:t>
            </a:r>
            <a:r>
              <a:rPr lang="en-CA" dirty="0"/>
              <a:t> should be where you put any setup</a:t>
            </a:r>
          </a:p>
          <a:p>
            <a:r>
              <a:rPr lang="en-CA" dirty="0"/>
              <a:t>Dispose is where you should put any cleanup (disconnect from </a:t>
            </a:r>
            <a:r>
              <a:rPr lang="en-CA" dirty="0" err="1"/>
              <a:t>db</a:t>
            </a:r>
            <a:r>
              <a:rPr lang="en-CA" dirty="0"/>
              <a:t>, cancel ongoing requests)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0519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2025-02-04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flutter.dev/ui/interactivity/gestures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Gestures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4 day 2</a:t>
            </a:r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 dirty="0"/>
              <a:t>Assignment 1 Review</a:t>
            </a:r>
          </a:p>
        </p:txBody>
      </p:sp>
    </p:spTree>
    <p:extLst>
      <p:ext uri="{BB962C8B-B14F-4D97-AF65-F5344CB8AC3E}">
        <p14:creationId xmlns:p14="http://schemas.microsoft.com/office/powerpoint/2010/main" val="163698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2000"/>
                <a:hueMod val="96000"/>
                <a:satMod val="128000"/>
                <a:lumMod val="114000"/>
              </a:schemeClr>
            </a:gs>
            <a:gs pos="100000">
              <a:schemeClr val="bg2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6" name="Freeform: Shape 95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628C7-6BB0-4498-EDB8-AF907A7C1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6458419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What is a gesture?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0499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3424-0F0A-DC85-B9A7-F9A577E9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75" y="816079"/>
            <a:ext cx="6611929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/>
              <a:t>Pointer vs Gesture Layer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4D7B5-5A16-DD4E-CC35-EB85F5577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900"/>
              <a:t>Flutter has 2 separate layers for gesture handling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900"/>
              <a:t>The pointer layer has events that describe raw pointer actions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900"/>
              <a:t>Pointers: PointerDown, PointerMove, PointerUp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900"/>
              <a:t>The Gesture layer abstracts out the raw pointer events to give more semantic actions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900"/>
              <a:t>Gestures: Tap, DoubleTap, Scale, Drag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900"/>
              <a:t>We will primarily focus on gestures in this class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C89FDD9F-84AD-4824-89D2-9E286F56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FF99B9-09FA-411A-8B54-D714B2EE9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1" y="0"/>
            <a:ext cx="406254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E6CE931-52B0-4AD0-991F-0648E313B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472531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7" name="Graphic 6" descr="Touch Pointer">
            <a:extLst>
              <a:ext uri="{FF2B5EF4-FFF2-40B4-BE49-F238E27FC236}">
                <a16:creationId xmlns:a16="http://schemas.microsoft.com/office/drawing/2014/main" id="{5FEC06FD-97F5-ADA4-4CD5-DCAEEBB7F2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871" y="1767590"/>
            <a:ext cx="3414010" cy="3414010"/>
          </a:xfrm>
          <a:prstGeom prst="rect">
            <a:avLst/>
          </a:prstGeom>
          <a:effectLst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38FED9-7840-470D-BB14-BF4696ADA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5347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6EDB-5971-443A-6739-C829761C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CA"/>
              <a:t>Detecting Gestures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53940-C59F-42F0-D391-73E44848F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CA"/>
              <a:t>There’s a handy widget called the GestureDetector</a:t>
            </a:r>
          </a:p>
          <a:p>
            <a:r>
              <a:rPr lang="en-CA"/>
              <a:t>It has a child parameter which will be used to display the widget that is doing the detecting</a:t>
            </a:r>
          </a:p>
          <a:p>
            <a:r>
              <a:rPr lang="en-CA"/>
              <a:t>It also has parameters for every gesture type that can be passed callbacks to handle the gestures</a:t>
            </a:r>
            <a:endParaRPr lang="en-CA" dirty="0"/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D6CEF2A9-EF08-4FB3-AFFB-C5F77AB6E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09C3C2-C0A8-4559-8462-8007573DF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4C535542-B72A-4DE0-BE5A-5EA00508C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B297E-B887-0BD8-6410-AC8919861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492" y="2359458"/>
            <a:ext cx="6550018" cy="2570881"/>
          </a:xfrm>
          <a:prstGeom prst="rect">
            <a:avLst/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1DF0705-615B-4CF3-A16F-8C14680D8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12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B4A96-7994-1B70-F8B2-ED4CF198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Gesture Docs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A6760-8F70-6495-EC6C-4D90573F0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875" y="804671"/>
            <a:ext cx="6399930" cy="524865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dirty="0">
                <a:hlinkClick r:id="rId4"/>
              </a:rPr>
              <a:t>https://docs.flutter.dev/ui/interactivity/gestures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6797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0654392F-1639-4655-984D-9EC62CB79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A42ABA0-A57E-4B96-8B71-32BE731BD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81601940-FE05-4058-8C3C-93ECC6D8B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24A74BA-E5A0-4961-B27F-09544E4F5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FCC04C7-E7EE-4E3B-988E-0B9718A3C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03964ECA-3652-457C-9FDE-16AED3949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3424-0F0A-DC85-B9A7-F9A577E9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EBEBEB"/>
                </a:solidFill>
              </a:rPr>
              <a:t>Built in Gesture Detection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graphicFrame>
        <p:nvGraphicFramePr>
          <p:cNvPr id="59" name="Text Placeholder 2">
            <a:extLst>
              <a:ext uri="{FF2B5EF4-FFF2-40B4-BE49-F238E27FC236}">
                <a16:creationId xmlns:a16="http://schemas.microsoft.com/office/drawing/2014/main" id="{1FD4EBD3-DA3B-1E37-A9DC-2EEA99091D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481837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33798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894E-902A-378A-B282-2651ABA4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Lifecycle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D4777F-F227-5895-04BB-3DD1BCA2FC7F}"/>
              </a:ext>
            </a:extLst>
          </p:cNvPr>
          <p:cNvSpPr/>
          <p:nvPr/>
        </p:nvSpPr>
        <p:spPr>
          <a:xfrm>
            <a:off x="3017051" y="1816110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Widget Added to Tree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9E85A9-6AA8-9C5A-C791-543F1399D197}"/>
              </a:ext>
            </a:extLst>
          </p:cNvPr>
          <p:cNvSpPr/>
          <p:nvPr/>
        </p:nvSpPr>
        <p:spPr>
          <a:xfrm>
            <a:off x="517200" y="1816110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CreateState</a:t>
            </a:r>
            <a:r>
              <a:rPr lang="en-CA" dirty="0"/>
              <a:t>()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136A3B-D272-0FCD-3FF6-7F51C1579447}"/>
              </a:ext>
            </a:extLst>
          </p:cNvPr>
          <p:cNvSpPr/>
          <p:nvPr/>
        </p:nvSpPr>
        <p:spPr>
          <a:xfrm>
            <a:off x="8016753" y="1816110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InitState</a:t>
            </a:r>
            <a:r>
              <a:rPr lang="en-CA" dirty="0"/>
              <a:t>()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AD595E-E101-BD6F-B3D7-5654FA3C51F2}"/>
              </a:ext>
            </a:extLst>
          </p:cNvPr>
          <p:cNvSpPr/>
          <p:nvPr/>
        </p:nvSpPr>
        <p:spPr>
          <a:xfrm>
            <a:off x="5595560" y="1816110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build()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01B2DD-6357-7FF1-4089-ABA14443EFF7}"/>
              </a:ext>
            </a:extLst>
          </p:cNvPr>
          <p:cNvSpPr/>
          <p:nvPr/>
        </p:nvSpPr>
        <p:spPr>
          <a:xfrm>
            <a:off x="9914379" y="3406877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build()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BA60EA-BCA9-1C09-6EC9-7E02A69229C8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2483652" y="2273510"/>
            <a:ext cx="5333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479693-C61D-1FA5-FAF1-B0612751E78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983503" y="2273510"/>
            <a:ext cx="612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A5F75B-8B17-CE9B-CA8A-133F34D6ECC7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7562012" y="2273510"/>
            <a:ext cx="4547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455657-204F-43D3-0C8A-DA9D1E02825A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9983205" y="2273510"/>
            <a:ext cx="914400" cy="11333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D827C3-3809-D885-4A90-3AC2FCFD713B}"/>
              </a:ext>
            </a:extLst>
          </p:cNvPr>
          <p:cNvSpPr/>
          <p:nvPr/>
        </p:nvSpPr>
        <p:spPr>
          <a:xfrm>
            <a:off x="4129548" y="3429000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Build()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F788B2-77D4-9F11-4590-571673E29158}"/>
              </a:ext>
            </a:extLst>
          </p:cNvPr>
          <p:cNvSpPr/>
          <p:nvPr/>
        </p:nvSpPr>
        <p:spPr>
          <a:xfrm>
            <a:off x="1629697" y="3429000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setState</a:t>
            </a:r>
            <a:r>
              <a:rPr lang="en-CA" dirty="0"/>
              <a:t>()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ADC4D4-E506-BEF7-8671-4EB95C05C947}"/>
              </a:ext>
            </a:extLst>
          </p:cNvPr>
          <p:cNvCxnSpPr>
            <a:stCxn id="25" idx="3"/>
            <a:endCxn id="24" idx="1"/>
          </p:cNvCxnSpPr>
          <p:nvPr/>
        </p:nvCxnSpPr>
        <p:spPr>
          <a:xfrm>
            <a:off x="3596149" y="3886400"/>
            <a:ext cx="5333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2585B10-5BF6-6A58-91A6-83CECF095901}"/>
              </a:ext>
            </a:extLst>
          </p:cNvPr>
          <p:cNvSpPr/>
          <p:nvPr/>
        </p:nvSpPr>
        <p:spPr>
          <a:xfrm>
            <a:off x="2483652" y="5209739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Widget Removed from Tree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A617C1B-88D0-41D6-59CE-14C6E8DE8A10}"/>
              </a:ext>
            </a:extLst>
          </p:cNvPr>
          <p:cNvSpPr/>
          <p:nvPr/>
        </p:nvSpPr>
        <p:spPr>
          <a:xfrm>
            <a:off x="4983503" y="5209739"/>
            <a:ext cx="1966452" cy="9148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dispose()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5DD7312-3EBB-1E8D-E07A-5A12B9C904F2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4450104" y="5667139"/>
            <a:ext cx="5333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07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6EDB-5971-443A-6739-C829761C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CA" dirty="0"/>
              <a:t>Mounted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53940-C59F-42F0-D391-73E44848F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9861753" cy="3785419"/>
          </a:xfrm>
        </p:spPr>
        <p:txBody>
          <a:bodyPr>
            <a:normAutofit/>
          </a:bodyPr>
          <a:lstStyle/>
          <a:p>
            <a:r>
              <a:rPr lang="en-CA" dirty="0"/>
              <a:t>Stateful widgets have a special property called mounted</a:t>
            </a:r>
          </a:p>
          <a:p>
            <a:r>
              <a:rPr lang="en-CA" dirty="0"/>
              <a:t>Mounted is a Boolean flag</a:t>
            </a:r>
          </a:p>
          <a:p>
            <a:r>
              <a:rPr lang="en-CA" dirty="0"/>
              <a:t>It tells you if the widget is still in the tree</a:t>
            </a:r>
          </a:p>
          <a:p>
            <a:r>
              <a:rPr lang="en-CA" dirty="0"/>
              <a:t>It is set to true by </a:t>
            </a:r>
            <a:r>
              <a:rPr lang="en-CA" dirty="0" err="1"/>
              <a:t>initState</a:t>
            </a:r>
            <a:r>
              <a:rPr lang="en-CA" dirty="0"/>
              <a:t> and set to false by dispose</a:t>
            </a:r>
          </a:p>
          <a:p>
            <a:r>
              <a:rPr lang="en-CA" dirty="0"/>
              <a:t>If you are setting state in response to an external event (fetch call, </a:t>
            </a:r>
            <a:r>
              <a:rPr lang="en-CA" dirty="0" err="1"/>
              <a:t>db</a:t>
            </a:r>
            <a:r>
              <a:rPr lang="en-CA" dirty="0"/>
              <a:t> change) you should check if mounted before setting state</a:t>
            </a:r>
          </a:p>
        </p:txBody>
      </p:sp>
    </p:spTree>
    <p:extLst>
      <p:ext uri="{BB962C8B-B14F-4D97-AF65-F5344CB8AC3E}">
        <p14:creationId xmlns:p14="http://schemas.microsoft.com/office/powerpoint/2010/main" val="4228940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326</TotalTime>
  <Words>371</Words>
  <Application>Microsoft Office PowerPoint</Application>
  <PresentationFormat>Widescreen</PresentationFormat>
  <Paragraphs>59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Century Gothic</vt:lpstr>
      <vt:lpstr>Wingdings 3</vt:lpstr>
      <vt:lpstr>Ion</vt:lpstr>
      <vt:lpstr>Gestures</vt:lpstr>
      <vt:lpstr>Announcements</vt:lpstr>
      <vt:lpstr>Assignment 1 Review</vt:lpstr>
      <vt:lpstr>Expectations</vt:lpstr>
      <vt:lpstr>What is a gesture?</vt:lpstr>
      <vt:lpstr>Pointer vs Gesture Layer</vt:lpstr>
      <vt:lpstr>Detecting Gestures</vt:lpstr>
      <vt:lpstr>Gesture Docs</vt:lpstr>
      <vt:lpstr>Built in Gesture Detection</vt:lpstr>
      <vt:lpstr>Lifecycle</vt:lpstr>
      <vt:lpstr>Mounted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4</cp:revision>
  <dcterms:created xsi:type="dcterms:W3CDTF">2024-08-30T16:20:47Z</dcterms:created>
  <dcterms:modified xsi:type="dcterms:W3CDTF">2025-02-04T16:42:44Z</dcterms:modified>
</cp:coreProperties>
</file>