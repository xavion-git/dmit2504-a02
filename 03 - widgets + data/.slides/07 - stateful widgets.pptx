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0"/>
  </p:notesMasterIdLst>
  <p:sldIdLst>
    <p:sldId id="256" r:id="rId2"/>
    <p:sldId id="260" r:id="rId3"/>
    <p:sldId id="259" r:id="rId4"/>
    <p:sldId id="263" r:id="rId5"/>
    <p:sldId id="264" r:id="rId6"/>
    <p:sldId id="266" r:id="rId7"/>
    <p:sldId id="273" r:id="rId8"/>
    <p:sldId id="27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F49580-5F46-4B9E-96F3-8BC023144E54}" v="13" dt="2024-09-23T22:14:3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741" autoAdjust="0"/>
  </p:normalViewPr>
  <p:slideViewPr>
    <p:cSldViewPr snapToGrid="0">
      <p:cViewPr varScale="1">
        <p:scale>
          <a:sx n="69" d="100"/>
          <a:sy n="69" d="100"/>
        </p:scale>
        <p:origin x="4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 Maurer" userId="63e8d4ad-d51a-484a-93f0-e9b7fcba0e4f" providerId="ADAL" clId="{36ECCD20-A8A9-4C55-AC19-48082CA8DF99}"/>
    <pc:docChg chg="undo custSel addSld modSld sldOrd">
      <pc:chgData name="Tom Maurer" userId="63e8d4ad-d51a-484a-93f0-e9b7fcba0e4f" providerId="ADAL" clId="{36ECCD20-A8A9-4C55-AC19-48082CA8DF99}" dt="2024-08-30T17:47:44.101" v="2107" actId="14100"/>
      <pc:docMkLst>
        <pc:docMk/>
      </pc:docMkLst>
      <pc:sldChg chg="modSp new mod">
        <pc:chgData name="Tom Maurer" userId="63e8d4ad-d51a-484a-93f0-e9b7fcba0e4f" providerId="ADAL" clId="{36ECCD20-A8A9-4C55-AC19-48082CA8DF99}" dt="2024-08-30T16:21:14.245" v="55" actId="20577"/>
        <pc:sldMkLst>
          <pc:docMk/>
          <pc:sldMk cId="1330967993" sldId="256"/>
        </pc:sldMkLst>
        <pc:spChg chg="mod">
          <ac:chgData name="Tom Maurer" userId="63e8d4ad-d51a-484a-93f0-e9b7fcba0e4f" providerId="ADAL" clId="{36ECCD20-A8A9-4C55-AC19-48082CA8DF99}" dt="2024-08-30T16:21:06.989" v="25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36ECCD20-A8A9-4C55-AC19-48082CA8DF99}" dt="2024-08-30T16:21:14.245" v="55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addSp delSp modSp new mod setBg setClrOvrMap">
        <pc:chgData name="Tom Maurer" userId="63e8d4ad-d51a-484a-93f0-e9b7fcba0e4f" providerId="ADAL" clId="{36ECCD20-A8A9-4C55-AC19-48082CA8DF99}" dt="2024-08-30T16:53:18.981" v="178" actId="26606"/>
        <pc:sldMkLst>
          <pc:docMk/>
          <pc:sldMk cId="323330893" sldId="257"/>
        </pc:sldMkLst>
        <pc:spChg chg="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" creationId="{83342110-3FAD-CC97-F8DA-5B0B0C84F635}"/>
          </ac:spMkLst>
        </pc:spChg>
        <pc:spChg chg="add del mo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3" creationId="{DFB90E10-C5C0-3D61-7A10-BA87FE9A79A1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8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9" creationId="{613C9C0A-47AD-49A5-838A-A43281BDCDA3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0" creationId="{C943A91B-7CA7-4592-A975-73B1BF8C4C74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1" creationId="{79507746-2C84-4EB6-B021-47E52891065D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2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3" creationId="{7B0D28F5-B926-4D9B-9413-91E73A4C62EE}"/>
          </ac:spMkLst>
        </pc:spChg>
        <pc:spChg chg="add del">
          <ac:chgData name="Tom Maurer" userId="63e8d4ad-d51a-484a-93f0-e9b7fcba0e4f" providerId="ADAL" clId="{36ECCD20-A8A9-4C55-AC19-48082CA8DF99}" dt="2024-08-30T16:53:11.926" v="173" actId="26606"/>
          <ac:spMkLst>
            <pc:docMk/>
            <pc:sldMk cId="323330893" sldId="257"/>
            <ac:spMk id="14" creationId="{6A681326-1C9D-44A3-A627-3871BDAE4127}"/>
          </ac:spMkLst>
        </pc:spChg>
        <pc:spChg chg="add del">
          <ac:chgData name="Tom Maurer" userId="63e8d4ad-d51a-484a-93f0-e9b7fcba0e4f" providerId="ADAL" clId="{36ECCD20-A8A9-4C55-AC19-48082CA8DF99}" dt="2024-08-30T16:53:16.533" v="175" actId="26606"/>
          <ac:spMkLst>
            <pc:docMk/>
            <pc:sldMk cId="323330893" sldId="257"/>
            <ac:spMk id="15" creationId="{2B3D24C5-CE61-47C8-A0D0-C767528D128F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7" creationId="{D8B9538A-2A89-47DD-996C-7D2BE2AB6CA0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8" creationId="{E625979B-5325-4898-8EF9-5C174B19218E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19" creationId="{34B22E2B-30D5-47A4-97C5-091EA1ABC728}"/>
          </ac:spMkLst>
        </pc:spChg>
        <pc:spChg chg="add del">
          <ac:chgData name="Tom Maurer" userId="63e8d4ad-d51a-484a-93f0-e9b7fcba0e4f" providerId="ADAL" clId="{36ECCD20-A8A9-4C55-AC19-48082CA8DF99}" dt="2024-08-30T16:53:18.970" v="177" actId="26606"/>
          <ac:spMkLst>
            <pc:docMk/>
            <pc:sldMk cId="323330893" sldId="257"/>
            <ac:spMk id="20" creationId="{9B6DA3CD-A002-40ED-8194-B4E637BD7669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3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4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5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6" creationId="{6A681326-1C9D-44A3-A627-3871BDAE4127}"/>
          </ac:spMkLst>
        </pc:spChg>
        <pc:spChg chg="add">
          <ac:chgData name="Tom Maurer" userId="63e8d4ad-d51a-484a-93f0-e9b7fcba0e4f" providerId="ADAL" clId="{36ECCD20-A8A9-4C55-AC19-48082CA8DF99}" dt="2024-08-30T16:53:18.981" v="178" actId="26606"/>
          <ac:spMkLst>
            <pc:docMk/>
            <pc:sldMk cId="323330893" sldId="257"/>
            <ac:spMk id="27" creationId="{DFB90E10-C5C0-3D61-7A10-BA87FE9A79A1}"/>
          </ac:spMkLst>
        </pc:spChg>
        <pc:graphicFrameChg chg="add del">
          <ac:chgData name="Tom Maurer" userId="63e8d4ad-d51a-484a-93f0-e9b7fcba0e4f" providerId="ADAL" clId="{36ECCD20-A8A9-4C55-AC19-48082CA8DF99}" dt="2024-08-30T16:53:16.533" v="175" actId="26606"/>
          <ac:graphicFrameMkLst>
            <pc:docMk/>
            <pc:sldMk cId="323330893" sldId="257"/>
            <ac:graphicFrameMk id="5" creationId="{00BF97FB-C79E-DB21-08D4-F3D94031261B}"/>
          </ac:graphicFrameMkLst>
        </pc:graphicFrameChg>
        <pc:graphicFrameChg chg="add del">
          <ac:chgData name="Tom Maurer" userId="63e8d4ad-d51a-484a-93f0-e9b7fcba0e4f" providerId="ADAL" clId="{36ECCD20-A8A9-4C55-AC19-48082CA8DF99}" dt="2024-08-30T16:53:18.970" v="177" actId="26606"/>
          <ac:graphicFrameMkLst>
            <pc:docMk/>
            <pc:sldMk cId="323330893" sldId="257"/>
            <ac:graphicFrameMk id="21" creationId="{F6F7A19F-BDF1-ECF2-5C59-557FFCD76856}"/>
          </ac:graphicFrameMkLst>
        </pc:graphicFrameChg>
      </pc:sldChg>
      <pc:sldChg chg="addSp modSp add mod ord setBg setClrOvrMap">
        <pc:chgData name="Tom Maurer" userId="63e8d4ad-d51a-484a-93f0-e9b7fcba0e4f" providerId="ADAL" clId="{36ECCD20-A8A9-4C55-AC19-48082CA8DF99}" dt="2024-08-30T16:53:24.001" v="179" actId="20577"/>
        <pc:sldMkLst>
          <pc:docMk/>
          <pc:sldMk cId="0" sldId="259"/>
        </pc:sldMkLst>
        <pc:spChg chg="mod">
          <ac:chgData name="Tom Maurer" userId="63e8d4ad-d51a-484a-93f0-e9b7fcba0e4f" providerId="ADAL" clId="{36ECCD20-A8A9-4C55-AC19-48082CA8DF99}" dt="2024-08-30T16:53:24.001" v="179" actId="20577"/>
          <ac:spMkLst>
            <pc:docMk/>
            <pc:sldMk cId="0" sldId="259"/>
            <ac:spMk id="80" creationId="{00000000-0000-0000-0000-000000000000}"/>
          </ac:spMkLst>
        </pc:spChg>
        <pc:spChg chg="mo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81" creationId="{00000000-0000-0000-0000-000000000000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0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6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98" creationId="{74CD14DB-BB81-479F-A1FC-1C75640E9F8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0" creationId="{C943A91B-7CA7-4592-A975-73B1BF8C4C74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2" creationId="{EC471314-E46A-414B-8D91-74880E84F187}"/>
          </ac:spMkLst>
        </pc:spChg>
        <pc:spChg chg="add">
          <ac:chgData name="Tom Maurer" userId="63e8d4ad-d51a-484a-93f0-e9b7fcba0e4f" providerId="ADAL" clId="{36ECCD20-A8A9-4C55-AC19-48082CA8DF99}" dt="2024-08-30T16:53:03.201" v="171" actId="26606"/>
          <ac:spMkLst>
            <pc:docMk/>
            <pc:sldMk cId="0" sldId="259"/>
            <ac:spMk id="104" creationId="{6A681326-1C9D-44A3-A627-3871BDAE4127}"/>
          </ac:spMkLst>
        </pc:sp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6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88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2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3:03.201" v="171" actId="26606"/>
          <ac:picMkLst>
            <pc:docMk/>
            <pc:sldMk cId="0" sldId="259"/>
            <ac:picMk id="94" creationId="{A8BC9CC6-50D5-4C61-9EDE-315A1B5F14E4}"/>
          </ac:picMkLst>
        </pc:picChg>
      </pc:sldChg>
      <pc:sldChg chg="addSp delSp modSp new mod ord setBg setClrOvrMap">
        <pc:chgData name="Tom Maurer" userId="63e8d4ad-d51a-484a-93f0-e9b7fcba0e4f" providerId="ADAL" clId="{36ECCD20-A8A9-4C55-AC19-48082CA8DF99}" dt="2024-08-30T16:50:59.536" v="170" actId="26606"/>
        <pc:sldMkLst>
          <pc:docMk/>
          <pc:sldMk cId="4008492965" sldId="260"/>
        </pc:sldMkLst>
        <pc:spChg chg="mo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" creationId="{AF30C6E5-7800-E2E2-1265-BA9366E54E3A}"/>
          </ac:spMkLst>
        </pc:spChg>
        <pc:spChg chg="del">
          <ac:chgData name="Tom Maurer" userId="63e8d4ad-d51a-484a-93f0-e9b7fcba0e4f" providerId="ADAL" clId="{36ECCD20-A8A9-4C55-AC19-48082CA8DF99}" dt="2024-08-30T16:50:51.467" v="169" actId="478"/>
          <ac:spMkLst>
            <pc:docMk/>
            <pc:sldMk cId="4008492965" sldId="260"/>
            <ac:spMk id="3" creationId="{72A71DF0-EEC8-7FA8-A33B-E7B54D079FB3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1" creationId="{1653AB08-C531-42A8-AA8D-C2ABAE87CCE6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7" creationId="{CED2641B-4430-4CF4-89AB-3FADDD630F2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19" creationId="{2B731151-418C-4F0C-BFEC-3E68137FF0E5}"/>
          </ac:spMkLst>
        </pc:spChg>
        <pc:spChg chg="add">
          <ac:chgData name="Tom Maurer" userId="63e8d4ad-d51a-484a-93f0-e9b7fcba0e4f" providerId="ADAL" clId="{36ECCD20-A8A9-4C55-AC19-48082CA8DF99}" dt="2024-08-30T16:50:59.536" v="170" actId="26606"/>
          <ac:spMkLst>
            <pc:docMk/>
            <pc:sldMk cId="4008492965" sldId="260"/>
            <ac:spMk id="21" creationId="{41D25EAF-C5BE-4B57-A0E1-BA35B7C83F54}"/>
          </ac:spMkLst>
        </pc:sp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7" creationId="{5D2D844C-AB64-4A03-80BE-33212E61DD07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9" creationId="{CAAD0E9B-89C2-4268-98B4-BA7BFFF2C705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3" creationId="{72E47EEC-33C8-4EC3-8BFC-BB02B4171FDA}"/>
          </ac:picMkLst>
        </pc:picChg>
        <pc:picChg chg="add">
          <ac:chgData name="Tom Maurer" userId="63e8d4ad-d51a-484a-93f0-e9b7fcba0e4f" providerId="ADAL" clId="{36ECCD20-A8A9-4C55-AC19-48082CA8DF99}" dt="2024-08-30T16:50:59.536" v="170" actId="26606"/>
          <ac:picMkLst>
            <pc:docMk/>
            <pc:sldMk cId="4008492965" sldId="260"/>
            <ac:picMk id="15" creationId="{A8BC9CC6-50D5-4C61-9EDE-315A1B5F14E4}"/>
          </ac:picMkLst>
        </pc:picChg>
      </pc:sldChg>
      <pc:sldChg chg="addSp delSp modSp new mod">
        <pc:chgData name="Tom Maurer" userId="63e8d4ad-d51a-484a-93f0-e9b7fcba0e4f" providerId="ADAL" clId="{36ECCD20-A8A9-4C55-AC19-48082CA8DF99}" dt="2024-08-30T17:00:59.144" v="339"/>
        <pc:sldMkLst>
          <pc:docMk/>
          <pc:sldMk cId="1679553109" sldId="261"/>
        </pc:sldMkLst>
        <pc:spChg chg="mod">
          <ac:chgData name="Tom Maurer" userId="63e8d4ad-d51a-484a-93f0-e9b7fcba0e4f" providerId="ADAL" clId="{36ECCD20-A8A9-4C55-AC19-48082CA8DF99}" dt="2024-08-30T16:53:40.734" v="219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36ECCD20-A8A9-4C55-AC19-48082CA8DF99}" dt="2024-08-30T16:56:57.208" v="220" actId="478"/>
          <ac:spMkLst>
            <pc:docMk/>
            <pc:sldMk cId="1679553109" sldId="261"/>
            <ac:spMk id="3" creationId="{BD18BA38-1D54-66B6-BF02-36A35E1CB3BB}"/>
          </ac:spMkLst>
        </pc:spChg>
        <pc:spChg chg="add mod">
          <ac:chgData name="Tom Maurer" userId="63e8d4ad-d51a-484a-93f0-e9b7fcba0e4f" providerId="ADAL" clId="{36ECCD20-A8A9-4C55-AC19-48082CA8DF99}" dt="2024-08-30T16:57:40.316" v="233" actId="14100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36ECCD20-A8A9-4C55-AC19-48082CA8DF99}" dt="2024-08-30T16:58:10.113" v="250" actId="1076"/>
          <ac:spMkLst>
            <pc:docMk/>
            <pc:sldMk cId="1679553109" sldId="261"/>
            <ac:spMk id="10" creationId="{BB4E29D2-C0C0-D60C-6457-DD3D433DE54A}"/>
          </ac:spMkLst>
        </pc:spChg>
        <pc:spChg chg="add mod">
          <ac:chgData name="Tom Maurer" userId="63e8d4ad-d51a-484a-93f0-e9b7fcba0e4f" providerId="ADAL" clId="{36ECCD20-A8A9-4C55-AC19-48082CA8DF99}" dt="2024-08-30T16:59:07.756" v="254" actId="208"/>
          <ac:spMkLst>
            <pc:docMk/>
            <pc:sldMk cId="1679553109" sldId="261"/>
            <ac:spMk id="11" creationId="{2F363A43-113D-8CFC-A563-4EABCA048737}"/>
          </ac:spMkLst>
        </pc:spChg>
        <pc:spChg chg="add mod">
          <ac:chgData name="Tom Maurer" userId="63e8d4ad-d51a-484a-93f0-e9b7fcba0e4f" providerId="ADAL" clId="{36ECCD20-A8A9-4C55-AC19-48082CA8DF99}" dt="2024-08-30T16:59:46.227" v="308" actId="14100"/>
          <ac:spMkLst>
            <pc:docMk/>
            <pc:sldMk cId="1679553109" sldId="261"/>
            <ac:spMk id="16" creationId="{4AA578E5-5DE5-4E32-DDCA-C9E85C6C48DA}"/>
          </ac:spMkLst>
        </pc:spChg>
        <pc:spChg chg="add del mod">
          <ac:chgData name="Tom Maurer" userId="63e8d4ad-d51a-484a-93f0-e9b7fcba0e4f" providerId="ADAL" clId="{36ECCD20-A8A9-4C55-AC19-48082CA8DF99}" dt="2024-08-30T16:59:57.072" v="311" actId="478"/>
          <ac:spMkLst>
            <pc:docMk/>
            <pc:sldMk cId="1679553109" sldId="261"/>
            <ac:spMk id="17" creationId="{7D9C276E-BA3F-530F-6062-FCE7622CA987}"/>
          </ac:spMkLst>
        </pc:spChg>
        <pc:spChg chg="add mod">
          <ac:chgData name="Tom Maurer" userId="63e8d4ad-d51a-484a-93f0-e9b7fcba0e4f" providerId="ADAL" clId="{36ECCD20-A8A9-4C55-AC19-48082CA8DF99}" dt="2024-08-30T17:00:09.190" v="315" actId="208"/>
          <ac:spMkLst>
            <pc:docMk/>
            <pc:sldMk cId="1679553109" sldId="261"/>
            <ac:spMk id="18" creationId="{319D36AA-A3CF-B238-CF35-B13DDBB78A62}"/>
          </ac:spMkLst>
        </pc:spChg>
        <pc:spChg chg="add mod">
          <ac:chgData name="Tom Maurer" userId="63e8d4ad-d51a-484a-93f0-e9b7fcba0e4f" providerId="ADAL" clId="{36ECCD20-A8A9-4C55-AC19-48082CA8DF99}" dt="2024-08-30T17:00:52.468" v="338" actId="1076"/>
          <ac:spMkLst>
            <pc:docMk/>
            <pc:sldMk cId="1679553109" sldId="261"/>
            <ac:spMk id="24" creationId="{3ED0E233-9DF0-BB73-9C12-A8F6CC4BC768}"/>
          </ac:spMkLst>
        </pc:spChg>
        <pc:picChg chg="add mod">
          <ac:chgData name="Tom Maurer" userId="63e8d4ad-d51a-484a-93f0-e9b7fcba0e4f" providerId="ADAL" clId="{36ECCD20-A8A9-4C55-AC19-48082CA8DF99}" dt="2024-08-30T16:57:08.010" v="227" actId="1076"/>
          <ac:picMkLst>
            <pc:docMk/>
            <pc:sldMk cId="1679553109" sldId="261"/>
            <ac:picMk id="5" creationId="{A5F7F69C-A809-AE66-8336-5D66C6417C4B}"/>
          </ac:picMkLst>
        </pc:picChg>
        <pc:cxnChg chg="add mod">
          <ac:chgData name="Tom Maurer" userId="63e8d4ad-d51a-484a-93f0-e9b7fcba0e4f" providerId="ADAL" clId="{36ECCD20-A8A9-4C55-AC19-48082CA8DF99}" dt="2024-08-30T16:57:59.075" v="237" actId="14100"/>
          <ac:cxnSpMkLst>
            <pc:docMk/>
            <pc:sldMk cId="1679553109" sldId="261"/>
            <ac:cxnSpMk id="8" creationId="{11D6C71B-3F8D-78AD-542C-C420E73F835A}"/>
          </ac:cxnSpMkLst>
        </pc:cxnChg>
        <pc:cxnChg chg="add mod">
          <ac:chgData name="Tom Maurer" userId="63e8d4ad-d51a-484a-93f0-e9b7fcba0e4f" providerId="ADAL" clId="{36ECCD20-A8A9-4C55-AC19-48082CA8DF99}" dt="2024-08-30T16:59:17.772" v="260" actId="208"/>
          <ac:cxnSpMkLst>
            <pc:docMk/>
            <pc:sldMk cId="1679553109" sldId="261"/>
            <ac:cxnSpMk id="12" creationId="{E36FF68C-8224-7205-986B-EA0FDFE14726}"/>
          </ac:cxnSpMkLst>
        </pc:cxnChg>
        <pc:cxnChg chg="add mod">
          <ac:chgData name="Tom Maurer" userId="63e8d4ad-d51a-484a-93f0-e9b7fcba0e4f" providerId="ADAL" clId="{36ECCD20-A8A9-4C55-AC19-48082CA8DF99}" dt="2024-08-30T17:00:26.571" v="322" actId="14100"/>
          <ac:cxnSpMkLst>
            <pc:docMk/>
            <pc:sldMk cId="1679553109" sldId="261"/>
            <ac:cxnSpMk id="19" creationId="{C32B9307-593F-3844-FA0B-DE7703860FF0}"/>
          </ac:cxnSpMkLst>
        </pc:cxnChg>
        <pc:cxnChg chg="add mod">
          <ac:chgData name="Tom Maurer" userId="63e8d4ad-d51a-484a-93f0-e9b7fcba0e4f" providerId="ADAL" clId="{36ECCD20-A8A9-4C55-AC19-48082CA8DF99}" dt="2024-08-30T17:00:59.144" v="339"/>
          <ac:cxnSpMkLst>
            <pc:docMk/>
            <pc:sldMk cId="1679553109" sldId="261"/>
            <ac:cxnSpMk id="25" creationId="{BAEBAE63-967D-F242-5B7F-F2DB2C48DC79}"/>
          </ac:cxnSpMkLst>
        </pc:cxnChg>
      </pc:sldChg>
      <pc:sldChg chg="addSp delSp modSp add mod setBg setClrOvrMap">
        <pc:chgData name="Tom Maurer" userId="63e8d4ad-d51a-484a-93f0-e9b7fcba0e4f" providerId="ADAL" clId="{36ECCD20-A8A9-4C55-AC19-48082CA8DF99}" dt="2024-08-30T17:12:27.562" v="1321" actId="20577"/>
        <pc:sldMkLst>
          <pc:docMk/>
          <pc:sldMk cId="2194712446" sldId="262"/>
        </pc:sldMkLst>
        <pc:spChg chg="mo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" creationId="{6E0822F7-2E55-734C-F241-A924D662A3B6}"/>
          </ac:spMkLst>
        </pc:spChg>
        <pc:spChg chg="add mod">
          <ac:chgData name="Tom Maurer" userId="63e8d4ad-d51a-484a-93f0-e9b7fcba0e4f" providerId="ADAL" clId="{36ECCD20-A8A9-4C55-AC19-48082CA8DF99}" dt="2024-08-30T17:12:27.562" v="1321" actId="20577"/>
          <ac:spMkLst>
            <pc:docMk/>
            <pc:sldMk cId="2194712446" sldId="262"/>
            <ac:spMk id="3" creationId="{61DAA013-88AE-1D83-B18E-68C101614659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6" creationId="{52823A96-FBF4-4BE3-8C16-EBE2A5B4D1DB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7" creationId="{74CD14DB-BB81-479F-A1FC-1C75640E9F84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9" creationId="{C943A91B-7CA7-4592-A975-73B1BF8C4C74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0" creationId="{BB4E29D2-C0C0-D60C-6457-DD3D433DE54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1" creationId="{2F363A43-113D-8CFC-A563-4EABCA04873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3" creationId="{EC471314-E46A-414B-8D91-74880E84F187}"/>
          </ac:spMkLst>
        </pc:spChg>
        <pc:spChg chg="add del">
          <ac:chgData name="Tom Maurer" userId="63e8d4ad-d51a-484a-93f0-e9b7fcba0e4f" providerId="ADAL" clId="{36ECCD20-A8A9-4C55-AC19-48082CA8DF99}" dt="2024-08-30T17:11:30.849" v="1272" actId="26606"/>
          <ac:spMkLst>
            <pc:docMk/>
            <pc:sldMk cId="2194712446" sldId="262"/>
            <ac:spMk id="14" creationId="{6A681326-1C9D-44A3-A627-3871BDAE4127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6" creationId="{4AA578E5-5DE5-4E32-DDCA-C9E85C6C48DA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36ECCD20-A8A9-4C55-AC19-48082CA8DF99}" dt="2024-08-30T17:01:20.480" v="362" actId="478"/>
          <ac:spMkLst>
            <pc:docMk/>
            <pc:sldMk cId="2194712446" sldId="262"/>
            <ac:spMk id="18" creationId="{319D36AA-A3CF-B238-CF35-B13DDBB78A62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0" creationId="{BB237A14-61B1-4C00-A670-5D8D68A8668E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1" creationId="{8598F259-6F54-47A3-8D13-1603D786A328}"/>
          </ac:spMkLst>
        </pc:spChg>
        <pc:spChg chg="add">
          <ac:chgData name="Tom Maurer" userId="63e8d4ad-d51a-484a-93f0-e9b7fcba0e4f" providerId="ADAL" clId="{36ECCD20-A8A9-4C55-AC19-48082CA8DF99}" dt="2024-08-30T17:11:30.865" v="1273" actId="26606"/>
          <ac:spMkLst>
            <pc:docMk/>
            <pc:sldMk cId="2194712446" sldId="262"/>
            <ac:spMk id="22" creationId="{0BA768A8-4FED-4ED8-9E46-6BE72188ECD2}"/>
          </ac:spMkLst>
        </pc:spChg>
        <pc:spChg chg="del mod">
          <ac:chgData name="Tom Maurer" userId="63e8d4ad-d51a-484a-93f0-e9b7fcba0e4f" providerId="ADAL" clId="{36ECCD20-A8A9-4C55-AC19-48082CA8DF99}" dt="2024-08-30T17:01:23.952" v="364" actId="478"/>
          <ac:spMkLst>
            <pc:docMk/>
            <pc:sldMk cId="2194712446" sldId="262"/>
            <ac:spMk id="24" creationId="{3ED0E233-9DF0-BB73-9C12-A8F6CC4BC768}"/>
          </ac:spMkLst>
        </pc:spChg>
        <pc:picChg chg="del">
          <ac:chgData name="Tom Maurer" userId="63e8d4ad-d51a-484a-93f0-e9b7fcba0e4f" providerId="ADAL" clId="{36ECCD20-A8A9-4C55-AC19-48082CA8DF99}" dt="2024-08-30T17:01:14.262" v="359" actId="478"/>
          <ac:picMkLst>
            <pc:docMk/>
            <pc:sldMk cId="2194712446" sldId="262"/>
            <ac:picMk id="5" creationId="{A5F7F69C-A809-AE66-8336-5D66C6417C4B}"/>
          </ac:picMkLst>
        </pc:pic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36ECCD20-A8A9-4C55-AC19-48082CA8DF99}" dt="2024-08-30T17:01:20.480" v="362" actId="478"/>
          <ac:cxnSpMkLst>
            <pc:docMk/>
            <pc:sldMk cId="2194712446" sldId="262"/>
            <ac:cxnSpMk id="19" creationId="{C32B9307-593F-3844-FA0B-DE7703860FF0}"/>
          </ac:cxnSpMkLst>
        </pc:cxnChg>
      </pc:sldChg>
      <pc:sldChg chg="addSp delSp modSp new mod setBg">
        <pc:chgData name="Tom Maurer" userId="63e8d4ad-d51a-484a-93f0-e9b7fcba0e4f" providerId="ADAL" clId="{36ECCD20-A8A9-4C55-AC19-48082CA8DF99}" dt="2024-08-30T17:20:18.003" v="1354" actId="207"/>
        <pc:sldMkLst>
          <pc:docMk/>
          <pc:sldMk cId="1217833227" sldId="263"/>
        </pc:sldMkLst>
        <pc:spChg chg="mo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36ECCD20-A8A9-4C55-AC19-48082CA8DF99}" dt="2024-08-30T17:15:36.299" v="1328" actId="478"/>
          <ac:spMkLst>
            <pc:docMk/>
            <pc:sldMk cId="1217833227" sldId="263"/>
            <ac:spMk id="3" creationId="{51585CFC-F296-0380-FB2F-2CFA5478804A}"/>
          </ac:spMkLst>
        </pc:spChg>
        <pc:spChg chg="add mod">
          <ac:chgData name="Tom Maurer" userId="63e8d4ad-d51a-484a-93f0-e9b7fcba0e4f" providerId="ADAL" clId="{36ECCD20-A8A9-4C55-AC19-48082CA8DF99}" dt="2024-08-30T17:20:06.920" v="1341" actId="1582"/>
          <ac:spMkLst>
            <pc:docMk/>
            <pc:sldMk cId="1217833227" sldId="263"/>
            <ac:spMk id="8" creationId="{5AD6E78B-F88D-9B66-7960-D3C15541ECA5}"/>
          </ac:spMkLst>
        </pc:spChg>
        <pc:spChg chg="add mod">
          <ac:chgData name="Tom Maurer" userId="63e8d4ad-d51a-484a-93f0-e9b7fcba0e4f" providerId="ADAL" clId="{36ECCD20-A8A9-4C55-AC19-48082CA8DF99}" dt="2024-08-30T17:20:18.003" v="1354" actId="207"/>
          <ac:spMkLst>
            <pc:docMk/>
            <pc:sldMk cId="1217833227" sldId="263"/>
            <ac:spMk id="9" creationId="{1413D02C-3D9E-1FA5-ECC6-B981890336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16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2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4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19:45.720" v="1334" actId="26606"/>
          <ac:spMkLst>
            <pc:docMk/>
            <pc:sldMk cId="1217833227" sldId="263"/>
            <ac:spMk id="28" creationId="{2E6028E3-4806-4E1D-A24F-F8166F67F411}"/>
          </ac:spMkLst>
        </pc:spChg>
        <pc:picChg chg="add del">
          <ac:chgData name="Tom Maurer" userId="63e8d4ad-d51a-484a-93f0-e9b7fcba0e4f" providerId="ADAL" clId="{36ECCD20-A8A9-4C55-AC19-48082CA8DF99}" dt="2024-08-30T17:18:48.943" v="1330" actId="22"/>
          <ac:picMkLst>
            <pc:docMk/>
            <pc:sldMk cId="1217833227" sldId="263"/>
            <ac:picMk id="5" creationId="{712D322B-D132-1863-A9F3-49B44F59B457}"/>
          </ac:picMkLst>
        </pc:picChg>
        <pc:picChg chg="add mod">
          <ac:chgData name="Tom Maurer" userId="63e8d4ad-d51a-484a-93f0-e9b7fcba0e4f" providerId="ADAL" clId="{36ECCD20-A8A9-4C55-AC19-48082CA8DF99}" dt="2024-08-30T17:19:53.134" v="1337" actId="1076"/>
          <ac:picMkLst>
            <pc:docMk/>
            <pc:sldMk cId="1217833227" sldId="263"/>
            <ac:picMk id="7" creationId="{4EC23501-945A-1ACB-1C0D-DDC01D02FC3B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2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4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18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19:45.720" v="1334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36ECCD20-A8A9-4C55-AC19-48082CA8DF99}" dt="2024-08-30T17:36:28.188" v="1485" actId="1038"/>
        <pc:sldMkLst>
          <pc:docMk/>
          <pc:sldMk cId="1884381967" sldId="264"/>
        </pc:sldMkLst>
        <pc:spChg chg="mo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2" creationId="{392E134B-6B7E-3E4B-3140-718080413242}"/>
          </ac:spMkLst>
        </pc:spChg>
        <pc:spChg chg="del">
          <ac:chgData name="Tom Maurer" userId="63e8d4ad-d51a-484a-93f0-e9b7fcba0e4f" providerId="ADAL" clId="{36ECCD20-A8A9-4C55-AC19-48082CA8DF99}" dt="2024-08-30T17:28:45.418" v="1376" actId="478"/>
          <ac:spMkLst>
            <pc:docMk/>
            <pc:sldMk cId="1884381967" sldId="264"/>
            <ac:spMk id="3" creationId="{CEBA431E-B3F9-32EC-78FB-785BC275B357}"/>
          </ac:spMkLst>
        </pc:spChg>
        <pc:spChg chg="add mod">
          <ac:chgData name="Tom Maurer" userId="63e8d4ad-d51a-484a-93f0-e9b7fcba0e4f" providerId="ADAL" clId="{36ECCD20-A8A9-4C55-AC19-48082CA8DF99}" dt="2024-08-30T17:35:24.880" v="1461" actId="1076"/>
          <ac:spMkLst>
            <pc:docMk/>
            <pc:sldMk cId="1884381967" sldId="264"/>
            <ac:spMk id="6" creationId="{EAE77A6A-13A5-ED27-0546-7BDD0360B1DA}"/>
          </ac:spMkLst>
        </pc:spChg>
        <pc:spChg chg="add del">
          <ac:chgData name="Tom Maurer" userId="63e8d4ad-d51a-484a-93f0-e9b7fcba0e4f" providerId="ADAL" clId="{36ECCD20-A8A9-4C55-AC19-48082CA8DF99}" dt="2024-08-30T17:34:54.535" v="1445" actId="11529"/>
          <ac:spMkLst>
            <pc:docMk/>
            <pc:sldMk cId="1884381967" sldId="264"/>
            <ac:spMk id="11" creationId="{67BDF0CB-F166-9E2D-6AB1-8D618361C3F2}"/>
          </ac:spMkLst>
        </pc:spChg>
        <pc:spChg chg="add mod">
          <ac:chgData name="Tom Maurer" userId="63e8d4ad-d51a-484a-93f0-e9b7fcba0e4f" providerId="ADAL" clId="{36ECCD20-A8A9-4C55-AC19-48082CA8DF99}" dt="2024-08-30T17:35:05.753" v="1448" actId="1076"/>
          <ac:spMkLst>
            <pc:docMk/>
            <pc:sldMk cId="1884381967" sldId="264"/>
            <ac:spMk id="13" creationId="{6A85909A-1094-D734-8BCC-08405E118F9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14" creationId="{B9C04DC5-313B-4FE4-B868-5672A376419F}"/>
          </ac:spMkLst>
        </pc:spChg>
        <pc:spChg chg="add mod">
          <ac:chgData name="Tom Maurer" userId="63e8d4ad-d51a-484a-93f0-e9b7fcba0e4f" providerId="ADAL" clId="{36ECCD20-A8A9-4C55-AC19-48082CA8DF99}" dt="2024-08-30T17:35:19.270" v="1458" actId="1037"/>
          <ac:spMkLst>
            <pc:docMk/>
            <pc:sldMk cId="1884381967" sldId="264"/>
            <ac:spMk id="15" creationId="{00893ADF-11EE-5FD1-3790-76054505D0A5}"/>
          </ac:spMkLst>
        </pc:spChg>
        <pc:spChg chg="add mod">
          <ac:chgData name="Tom Maurer" userId="63e8d4ad-d51a-484a-93f0-e9b7fcba0e4f" providerId="ADAL" clId="{36ECCD20-A8A9-4C55-AC19-48082CA8DF99}" dt="2024-08-30T17:35:34.547" v="1473" actId="1037"/>
          <ac:spMkLst>
            <pc:docMk/>
            <pc:sldMk cId="1884381967" sldId="264"/>
            <ac:spMk id="17" creationId="{0E703B38-65A8-8FEC-0CA8-FF2E9FC9F11D}"/>
          </ac:spMkLst>
        </pc:spChg>
        <pc:spChg chg="add mod">
          <ac:chgData name="Tom Maurer" userId="63e8d4ad-d51a-484a-93f0-e9b7fcba0e4f" providerId="ADAL" clId="{36ECCD20-A8A9-4C55-AC19-48082CA8DF99}" dt="2024-08-30T17:36:01.013" v="1476" actId="14100"/>
          <ac:spMkLst>
            <pc:docMk/>
            <pc:sldMk cId="1884381967" sldId="264"/>
            <ac:spMk id="19" creationId="{D348ED7D-2C31-575E-7F33-1045EDA6F6DA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0" creationId="{329FDD08-42D8-4AFF-90E5-5DAA5BC4CBD8}"/>
          </ac:spMkLst>
        </pc:spChg>
        <pc:spChg chg="add mod">
          <ac:chgData name="Tom Maurer" userId="63e8d4ad-d51a-484a-93f0-e9b7fcba0e4f" providerId="ADAL" clId="{36ECCD20-A8A9-4C55-AC19-48082CA8DF99}" dt="2024-08-30T17:36:28.188" v="1485" actId="1038"/>
          <ac:spMkLst>
            <pc:docMk/>
            <pc:sldMk cId="1884381967" sldId="264"/>
            <ac:spMk id="21" creationId="{AF42AE40-7AEB-A2A9-8272-F690CF9BF1D6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2" creationId="{C9583823-2AA3-46EB-A803-287EC900BC41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4" creationId="{CA87D9D8-42FB-4157-A365-AD97CC6BAFEC}"/>
          </ac:spMkLst>
        </pc:spChg>
        <pc:spChg chg="add del">
          <ac:chgData name="Tom Maurer" userId="63e8d4ad-d51a-484a-93f0-e9b7fcba0e4f" providerId="ADAL" clId="{36ECCD20-A8A9-4C55-AC19-48082CA8DF99}" dt="2024-08-30T17:33:39.108" v="1409" actId="26606"/>
          <ac:spMkLst>
            <pc:docMk/>
            <pc:sldMk cId="1884381967" sldId="264"/>
            <ac:spMk id="26" creationId="{2E6028E3-4806-4E1D-A24F-F8166F67F411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0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3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4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36" creationId="{24F1DC13-C830-4B86-A9C6-927F5C55DBD7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45" creationId="{B9C04DC5-313B-4FE4-B868-5672A376419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1" creationId="{329FDD08-42D8-4AFF-90E5-5DAA5BC4CBD8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3" creationId="{4C1E981B-F06E-48B4-9275-F4B261AFCAC0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5" creationId="{312E2C24-0CD2-4071-8CE2-B059993A99EF}"/>
          </ac:spMkLst>
        </pc:spChg>
        <pc:spChg chg="add del">
          <ac:chgData name="Tom Maurer" userId="63e8d4ad-d51a-484a-93f0-e9b7fcba0e4f" providerId="ADAL" clId="{36ECCD20-A8A9-4C55-AC19-48082CA8DF99}" dt="2024-08-30T17:33:47.624" v="1412" actId="26606"/>
          <ac:spMkLst>
            <pc:docMk/>
            <pc:sldMk cId="1884381967" sldId="264"/>
            <ac:spMk id="57" creationId="{24F1DC13-C830-4B86-A9C6-927F5C55DBD7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1" creationId="{B9C04DC5-313B-4FE4-B868-5672A376419F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4" creationId="{329FDD08-42D8-4AFF-90E5-5DAA5BC4CBD8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5" creationId="{C9583823-2AA3-46EB-A803-287EC900BC41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6" creationId="{CA87D9D8-42FB-4157-A365-AD97CC6BAFEC}"/>
          </ac:spMkLst>
        </pc:spChg>
        <pc:spChg chg="add">
          <ac:chgData name="Tom Maurer" userId="63e8d4ad-d51a-484a-93f0-e9b7fcba0e4f" providerId="ADAL" clId="{36ECCD20-A8A9-4C55-AC19-48082CA8DF99}" dt="2024-08-30T17:33:47.646" v="1413" actId="26606"/>
          <ac:spMkLst>
            <pc:docMk/>
            <pc:sldMk cId="1884381967" sldId="264"/>
            <ac:spMk id="67" creationId="{2E6028E3-4806-4E1D-A24F-F8166F67F411}"/>
          </ac:spMkLst>
        </pc:spChg>
        <pc:picChg chg="add mod">
          <ac:chgData name="Tom Maurer" userId="63e8d4ad-d51a-484a-93f0-e9b7fcba0e4f" providerId="ADAL" clId="{36ECCD20-A8A9-4C55-AC19-48082CA8DF99}" dt="2024-08-30T17:35:26.441" v="1463" actId="1076"/>
          <ac:picMkLst>
            <pc:docMk/>
            <pc:sldMk cId="1884381967" sldId="264"/>
            <ac:picMk id="5" creationId="{CC238A25-C829-1C2F-2BD2-7F99E331D858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0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2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6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39.108" v="1409" actId="26606"/>
          <ac:picMkLst>
            <pc:docMk/>
            <pc:sldMk cId="1884381967" sldId="264"/>
            <ac:picMk id="18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8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29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1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32" creationId="{C5F93E90-4379-4AAC-B021-E5FA6D974AED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1" creationId="{7594FC8B-8CD2-407F-94F1-9C71F5AEC2B6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3" creationId="{DBABC971-8D40-4A4F-AC60-28B9172789B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7" creationId="{791AE23E-90C9-4963-96E2-8DADBFC3BC09}"/>
          </ac:picMkLst>
        </pc:picChg>
        <pc:picChg chg="add del">
          <ac:chgData name="Tom Maurer" userId="63e8d4ad-d51a-484a-93f0-e9b7fcba0e4f" providerId="ADAL" clId="{36ECCD20-A8A9-4C55-AC19-48082CA8DF99}" dt="2024-08-30T17:33:47.624" v="1412" actId="26606"/>
          <ac:picMkLst>
            <pc:docMk/>
            <pc:sldMk cId="1884381967" sldId="264"/>
            <ac:picMk id="49" creationId="{C5F93E90-4379-4AAC-B021-E5FA6D974AED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59" creationId="{7594FC8B-8CD2-407F-94F1-9C71F5AEC2B6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0" creationId="{DBABC971-8D40-4A4F-AC60-28B9172789B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2" creationId="{791AE23E-90C9-4963-96E2-8DADBFC3BC09}"/>
          </ac:picMkLst>
        </pc:picChg>
        <pc:picChg chg="add">
          <ac:chgData name="Tom Maurer" userId="63e8d4ad-d51a-484a-93f0-e9b7fcba0e4f" providerId="ADAL" clId="{36ECCD20-A8A9-4C55-AC19-48082CA8DF99}" dt="2024-08-30T17:33:47.646" v="1413" actId="26606"/>
          <ac:picMkLst>
            <pc:docMk/>
            <pc:sldMk cId="1884381967" sldId="264"/>
            <ac:picMk id="63" creationId="{C5F93E90-4379-4AAC-B021-E5FA6D974AED}"/>
          </ac:picMkLst>
        </pc:picChg>
        <pc:cxnChg chg="add del mod">
          <ac:chgData name="Tom Maurer" userId="63e8d4ad-d51a-484a-93f0-e9b7fcba0e4f" providerId="ADAL" clId="{36ECCD20-A8A9-4C55-AC19-48082CA8DF99}" dt="2024-08-30T17:34:49.871" v="1443" actId="478"/>
          <ac:cxnSpMkLst>
            <pc:docMk/>
            <pc:sldMk cId="1884381967" sldId="264"/>
            <ac:cxnSpMk id="8" creationId="{13DE8CF0-8847-5D52-64E0-43499DA5303B}"/>
          </ac:cxnSpMkLst>
        </pc:cxnChg>
      </pc:sldChg>
      <pc:sldChg chg="addSp modSp new mod ord">
        <pc:chgData name="Tom Maurer" userId="63e8d4ad-d51a-484a-93f0-e9b7fcba0e4f" providerId="ADAL" clId="{36ECCD20-A8A9-4C55-AC19-48082CA8DF99}" dt="2024-08-30T17:47:44.101" v="2107" actId="14100"/>
        <pc:sldMkLst>
          <pc:docMk/>
          <pc:sldMk cId="3663277866" sldId="265"/>
        </pc:sldMkLst>
        <pc:spChg chg="mod">
          <ac:chgData name="Tom Maurer" userId="63e8d4ad-d51a-484a-93f0-e9b7fcba0e4f" providerId="ADAL" clId="{36ECCD20-A8A9-4C55-AC19-48082CA8DF99}" dt="2024-08-30T17:37:06.523" v="1497" actId="20577"/>
          <ac:spMkLst>
            <pc:docMk/>
            <pc:sldMk cId="3663277866" sldId="265"/>
            <ac:spMk id="2" creationId="{E65AFB3D-8688-FACA-447D-DB8190346094}"/>
          </ac:spMkLst>
        </pc:spChg>
        <pc:spChg chg="mod">
          <ac:chgData name="Tom Maurer" userId="63e8d4ad-d51a-484a-93f0-e9b7fcba0e4f" providerId="ADAL" clId="{36ECCD20-A8A9-4C55-AC19-48082CA8DF99}" dt="2024-08-30T17:47:23.937" v="2104" actId="20577"/>
          <ac:spMkLst>
            <pc:docMk/>
            <pc:sldMk cId="3663277866" sldId="265"/>
            <ac:spMk id="3" creationId="{24C1DB8E-1371-CBA0-5121-F7D0DAEC90E0}"/>
          </ac:spMkLst>
        </pc:spChg>
        <pc:picChg chg="add mod">
          <ac:chgData name="Tom Maurer" userId="63e8d4ad-d51a-484a-93f0-e9b7fcba0e4f" providerId="ADAL" clId="{36ECCD20-A8A9-4C55-AC19-48082CA8DF99}" dt="2024-08-30T17:46:55.072" v="1952" actId="1076"/>
          <ac:picMkLst>
            <pc:docMk/>
            <pc:sldMk cId="3663277866" sldId="265"/>
            <ac:picMk id="5" creationId="{37A066C4-27BA-5FE7-167D-68AD188936D2}"/>
          </ac:picMkLst>
        </pc:picChg>
        <pc:picChg chg="add mod">
          <ac:chgData name="Tom Maurer" userId="63e8d4ad-d51a-484a-93f0-e9b7fcba0e4f" providerId="ADAL" clId="{36ECCD20-A8A9-4C55-AC19-48082CA8DF99}" dt="2024-08-30T17:46:57.675" v="1953" actId="1076"/>
          <ac:picMkLst>
            <pc:docMk/>
            <pc:sldMk cId="3663277866" sldId="265"/>
            <ac:picMk id="7" creationId="{340517D1-1F56-05D0-365E-9CA823829B39}"/>
          </ac:picMkLst>
        </pc:picChg>
        <pc:picChg chg="add mod">
          <ac:chgData name="Tom Maurer" userId="63e8d4ad-d51a-484a-93f0-e9b7fcba0e4f" providerId="ADAL" clId="{36ECCD20-A8A9-4C55-AC19-48082CA8DF99}" dt="2024-08-30T17:47:44.101" v="2107" actId="14100"/>
          <ac:picMkLst>
            <pc:docMk/>
            <pc:sldMk cId="3663277866" sldId="265"/>
            <ac:picMk id="9" creationId="{89041DF9-7DB1-931D-9BF6-AD55D578BDB0}"/>
          </ac:picMkLst>
        </pc:picChg>
      </pc:sldChg>
    </pc:docChg>
  </pc:docChgLst>
  <pc:docChgLst>
    <pc:chgData name="Tom Maurer" userId="63e8d4ad-d51a-484a-93f0-e9b7fcba0e4f" providerId="ADAL" clId="{52B8BD6A-E4AD-4EA3-9173-5E8CEA2027AD}"/>
    <pc:docChg chg="undo redo custSel addSld delSld modSld sldOrd">
      <pc:chgData name="Tom Maurer" userId="63e8d4ad-d51a-484a-93f0-e9b7fcba0e4f" providerId="ADAL" clId="{52B8BD6A-E4AD-4EA3-9173-5E8CEA2027AD}" dt="2024-09-16T20:10:46.159" v="4420" actId="20577"/>
      <pc:docMkLst>
        <pc:docMk/>
      </pc:docMkLst>
      <pc:sldChg chg="modSp mod">
        <pc:chgData name="Tom Maurer" userId="63e8d4ad-d51a-484a-93f0-e9b7fcba0e4f" providerId="ADAL" clId="{52B8BD6A-E4AD-4EA3-9173-5E8CEA2027AD}" dt="2024-09-12T19:45:58.089" v="43" actId="20577"/>
        <pc:sldMkLst>
          <pc:docMk/>
          <pc:sldMk cId="1330967993" sldId="256"/>
        </pc:sldMkLst>
        <pc:spChg chg="mod">
          <ac:chgData name="Tom Maurer" userId="63e8d4ad-d51a-484a-93f0-e9b7fcba0e4f" providerId="ADAL" clId="{52B8BD6A-E4AD-4EA3-9173-5E8CEA2027AD}" dt="2024-09-12T19:45:53.099" v="38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52B8BD6A-E4AD-4EA3-9173-5E8CEA2027AD}" dt="2024-09-12T19:45:58.089" v="43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modNotesTx">
        <pc:chgData name="Tom Maurer" userId="63e8d4ad-d51a-484a-93f0-e9b7fcba0e4f" providerId="ADAL" clId="{52B8BD6A-E4AD-4EA3-9173-5E8CEA2027AD}" dt="2024-09-16T20:10:46.159" v="4420" actId="20577"/>
        <pc:sldMkLst>
          <pc:docMk/>
          <pc:sldMk cId="4008492965" sldId="260"/>
        </pc:sldMkLst>
      </pc:sldChg>
      <pc:sldChg chg="delSp modSp del mod">
        <pc:chgData name="Tom Maurer" userId="63e8d4ad-d51a-484a-93f0-e9b7fcba0e4f" providerId="ADAL" clId="{52B8BD6A-E4AD-4EA3-9173-5E8CEA2027AD}" dt="2024-09-12T20:12:28.473" v="525" actId="47"/>
        <pc:sldMkLst>
          <pc:docMk/>
          <pc:sldMk cId="1679553109" sldId="261"/>
        </pc:sldMkLst>
        <pc:spChg chg="mod">
          <ac:chgData name="Tom Maurer" userId="63e8d4ad-d51a-484a-93f0-e9b7fcba0e4f" providerId="ADAL" clId="{52B8BD6A-E4AD-4EA3-9173-5E8CEA2027AD}" dt="2024-09-12T19:52:10.239" v="188" actId="20577"/>
          <ac:spMkLst>
            <pc:docMk/>
            <pc:sldMk cId="1679553109" sldId="261"/>
            <ac:spMk id="2" creationId="{6E0822F7-2E55-734C-F241-A924D662A3B6}"/>
          </ac:spMkLst>
        </pc:spChg>
        <pc:spChg chg="del">
          <ac:chgData name="Tom Maurer" userId="63e8d4ad-d51a-484a-93f0-e9b7fcba0e4f" providerId="ADAL" clId="{52B8BD6A-E4AD-4EA3-9173-5E8CEA2027AD}" dt="2024-09-12T19:51:48.853" v="116" actId="478"/>
          <ac:spMkLst>
            <pc:docMk/>
            <pc:sldMk cId="1679553109" sldId="261"/>
            <ac:spMk id="3" creationId="{C5E72B8D-23D6-3FC4-8010-CD2BB7F00644}"/>
          </ac:spMkLst>
        </pc:spChg>
        <pc:spChg chg="del">
          <ac:chgData name="Tom Maurer" userId="63e8d4ad-d51a-484a-93f0-e9b7fcba0e4f" providerId="ADAL" clId="{52B8BD6A-E4AD-4EA3-9173-5E8CEA2027AD}" dt="2024-09-12T19:51:50.898" v="117" actId="478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52B8BD6A-E4AD-4EA3-9173-5E8CEA2027AD}" dt="2024-09-12T19:51:52.679" v="118" actId="478"/>
          <ac:spMkLst>
            <pc:docMk/>
            <pc:sldMk cId="1679553109" sldId="261"/>
            <ac:spMk id="7" creationId="{49C0300A-EF67-82D8-67FC-B10FC0AC8BB2}"/>
          </ac:spMkLst>
        </pc:spChg>
      </pc:sldChg>
      <pc:sldChg chg="del">
        <pc:chgData name="Tom Maurer" userId="63e8d4ad-d51a-484a-93f0-e9b7fcba0e4f" providerId="ADAL" clId="{52B8BD6A-E4AD-4EA3-9173-5E8CEA2027AD}" dt="2024-09-12T19:52:22.220" v="189" actId="47"/>
        <pc:sldMkLst>
          <pc:docMk/>
          <pc:sldMk cId="2194712446" sldId="262"/>
        </pc:sldMkLst>
      </pc:sldChg>
      <pc:sldChg chg="delSp modSp add del mod setBg delDesignElem">
        <pc:chgData name="Tom Maurer" userId="63e8d4ad-d51a-484a-93f0-e9b7fcba0e4f" providerId="ADAL" clId="{52B8BD6A-E4AD-4EA3-9173-5E8CEA2027AD}" dt="2024-09-12T20:12:32.845" v="533" actId="20577"/>
        <pc:sldMkLst>
          <pc:docMk/>
          <pc:sldMk cId="1217833227" sldId="263"/>
        </pc:sldMkLst>
        <pc:spChg chg="mod">
          <ac:chgData name="Tom Maurer" userId="63e8d4ad-d51a-484a-93f0-e9b7fcba0e4f" providerId="ADAL" clId="{52B8BD6A-E4AD-4EA3-9173-5E8CEA2027AD}" dt="2024-09-12T20:12:32.845" v="533" actId="20577"/>
          <ac:spMkLst>
            <pc:docMk/>
            <pc:sldMk cId="1217833227" sldId="263"/>
            <ac:spMk id="2" creationId="{E5B5C4F0-8297-1AA0-55CF-03DE58944232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44" creationId="{CE19B044-213B-4670-997D-10A1AF25635E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46" creationId="{4D0C6EAC-4CF1-4405-BB7A-D6E48E7DEB37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48" creationId="{2EF858D7-84ED-4C7D-B0EB-77866DA2D9FD}"/>
          </ac:spMkLst>
        </pc:spChg>
        <pc:spChg chg="del">
          <ac:chgData name="Tom Maurer" userId="63e8d4ad-d51a-484a-93f0-e9b7fcba0e4f" providerId="ADAL" clId="{52B8BD6A-E4AD-4EA3-9173-5E8CEA2027AD}" dt="2024-09-12T20:12:26.836" v="524"/>
          <ac:spMkLst>
            <pc:docMk/>
            <pc:sldMk cId="1217833227" sldId="263"/>
            <ac:spMk id="50" creationId="{DD88D366-AA6E-40A4-A229-24A7DC2CCCB6}"/>
          </ac:spMkLst>
        </pc:spChg>
      </pc:sldChg>
      <pc:sldChg chg="delSp modSp add del mod setBg delDesignElem">
        <pc:chgData name="Tom Maurer" userId="63e8d4ad-d51a-484a-93f0-e9b7fcba0e4f" providerId="ADAL" clId="{52B8BD6A-E4AD-4EA3-9173-5E8CEA2027AD}" dt="2024-09-12T20:13:06.300" v="542" actId="20577"/>
        <pc:sldMkLst>
          <pc:docMk/>
          <pc:sldMk cId="829943624" sldId="264"/>
        </pc:sldMkLst>
        <pc:spChg chg="mod">
          <ac:chgData name="Tom Maurer" userId="63e8d4ad-d51a-484a-93f0-e9b7fcba0e4f" providerId="ADAL" clId="{52B8BD6A-E4AD-4EA3-9173-5E8CEA2027AD}" dt="2024-09-12T20:13:06.300" v="542" actId="20577"/>
          <ac:spMkLst>
            <pc:docMk/>
            <pc:sldMk cId="829943624" sldId="264"/>
            <ac:spMk id="2" creationId="{E5B5C4F0-8297-1AA0-55CF-03DE58944232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0" creationId="{A994CE7E-AD98-4045-A15B-9054CF58DC8F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1" creationId="{19C1720A-5B1A-4E31-93A0-A8ACD67EE572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2" creationId="{67C5F271-EC3D-4C17-8F0A-F4F15F524D0E}"/>
          </ac:spMkLst>
        </pc:spChg>
        <pc:spChg chg="del">
          <ac:chgData name="Tom Maurer" userId="63e8d4ad-d51a-484a-93f0-e9b7fcba0e4f" providerId="ADAL" clId="{52B8BD6A-E4AD-4EA3-9173-5E8CEA2027AD}" dt="2024-09-12T20:13:02.821" v="535"/>
          <ac:spMkLst>
            <pc:docMk/>
            <pc:sldMk cId="829943624" sldId="264"/>
            <ac:spMk id="23" creationId="{9F8250EE-4590-407B-B039-E8BDF27FA5C7}"/>
          </ac:spMkLst>
        </pc:spChg>
      </pc:sldChg>
      <pc:sldChg chg="del">
        <pc:chgData name="Tom Maurer" userId="63e8d4ad-d51a-484a-93f0-e9b7fcba0e4f" providerId="ADAL" clId="{52B8BD6A-E4AD-4EA3-9173-5E8CEA2027AD}" dt="2024-09-12T19:52:24.506" v="190" actId="47"/>
        <pc:sldMkLst>
          <pc:docMk/>
          <pc:sldMk cId="2541004291" sldId="265"/>
        </pc:sldMkLst>
      </pc:sldChg>
      <pc:sldChg chg="addSp modSp add mod setBg">
        <pc:chgData name="Tom Maurer" userId="63e8d4ad-d51a-484a-93f0-e9b7fcba0e4f" providerId="ADAL" clId="{52B8BD6A-E4AD-4EA3-9173-5E8CEA2027AD}" dt="2024-09-12T20:18:43.340" v="872" actId="403"/>
        <pc:sldMkLst>
          <pc:docMk/>
          <pc:sldMk cId="2891550272" sldId="266"/>
        </pc:sldMkLst>
        <pc:spChg chg="mod">
          <ac:chgData name="Tom Maurer" userId="63e8d4ad-d51a-484a-93f0-e9b7fcba0e4f" providerId="ADAL" clId="{52B8BD6A-E4AD-4EA3-9173-5E8CEA2027AD}" dt="2024-09-12T20:18:34.281" v="870" actId="26606"/>
          <ac:spMkLst>
            <pc:docMk/>
            <pc:sldMk cId="2891550272" sldId="266"/>
            <ac:spMk id="2" creationId="{6E0822F7-2E55-734C-F241-A924D662A3B6}"/>
          </ac:spMkLst>
        </pc:spChg>
        <pc:spChg chg="add mod">
          <ac:chgData name="Tom Maurer" userId="63e8d4ad-d51a-484a-93f0-e9b7fcba0e4f" providerId="ADAL" clId="{52B8BD6A-E4AD-4EA3-9173-5E8CEA2027AD}" dt="2024-09-12T20:18:43.340" v="872" actId="403"/>
          <ac:spMkLst>
            <pc:docMk/>
            <pc:sldMk cId="2891550272" sldId="266"/>
            <ac:spMk id="3" creationId="{3859C4BF-A2A6-0703-464B-A9C61E09CAAE}"/>
          </ac:spMkLst>
        </pc:spChg>
        <pc:picChg chg="add">
          <ac:chgData name="Tom Maurer" userId="63e8d4ad-d51a-484a-93f0-e9b7fcba0e4f" providerId="ADAL" clId="{52B8BD6A-E4AD-4EA3-9173-5E8CEA2027AD}" dt="2024-09-12T20:18:34.281" v="870" actId="26606"/>
          <ac:picMkLst>
            <pc:docMk/>
            <pc:sldMk cId="2891550272" sldId="266"/>
            <ac:picMk id="5" creationId="{90290411-499B-F648-AD26-BCFF7C762126}"/>
          </ac:picMkLst>
        </pc:picChg>
      </pc:sldChg>
      <pc:sldChg chg="addSp delSp modSp add mod ord setBg addAnim delAnim">
        <pc:chgData name="Tom Maurer" userId="63e8d4ad-d51a-484a-93f0-e9b7fcba0e4f" providerId="ADAL" clId="{52B8BD6A-E4AD-4EA3-9173-5E8CEA2027AD}" dt="2024-09-12T20:24:32.593" v="1332"/>
        <pc:sldMkLst>
          <pc:docMk/>
          <pc:sldMk cId="2519568871" sldId="267"/>
        </pc:sldMkLst>
        <pc:spChg chg="mo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2" creationId="{6E0822F7-2E55-734C-F241-A924D662A3B6}"/>
          </ac:spMkLst>
        </pc:spChg>
        <pc:spChg chg="add del">
          <ac:chgData name="Tom Maurer" userId="63e8d4ad-d51a-484a-93f0-e9b7fcba0e4f" providerId="ADAL" clId="{52B8BD6A-E4AD-4EA3-9173-5E8CEA2027AD}" dt="2024-09-12T20:17:29.828" v="839" actId="26606"/>
          <ac:spMkLst>
            <pc:docMk/>
            <pc:sldMk cId="2519568871" sldId="267"/>
            <ac:spMk id="13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29.828" v="839" actId="26606"/>
          <ac:spMkLst>
            <pc:docMk/>
            <pc:sldMk cId="2519568871" sldId="267"/>
            <ac:spMk id="19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1" creationId="{897D890B-9AFB-4A90-9960-C92E65728373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3" creationId="{98ED2387-9C78-40F9-B794-A735DCB3AB31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5" creationId="{477FCF5B-12FA-4ED2-B449-20BD744A7CA4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6" creationId="{B9C04DC5-313B-4FE4-B868-5672A376419F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27" creationId="{1780B2A6-1181-456F-8B6E-AD86960CD04E}"/>
          </ac:spMkLst>
        </pc:spChg>
        <pc:spChg chg="add del">
          <ac:chgData name="Tom Maurer" userId="63e8d4ad-d51a-484a-93f0-e9b7fcba0e4f" providerId="ADAL" clId="{52B8BD6A-E4AD-4EA3-9173-5E8CEA2027AD}" dt="2024-09-12T20:17:35.443" v="841" actId="26606"/>
          <ac:spMkLst>
            <pc:docMk/>
            <pc:sldMk cId="2519568871" sldId="267"/>
            <ac:spMk id="30" creationId="{329FDD08-42D8-4AFF-90E5-5DAA5BC4CBD8}"/>
          </ac:spMkLst>
        </pc:spChg>
        <pc:spChg chg="add del">
          <ac:chgData name="Tom Maurer" userId="63e8d4ad-d51a-484a-93f0-e9b7fcba0e4f" providerId="ADAL" clId="{52B8BD6A-E4AD-4EA3-9173-5E8CEA2027AD}" dt="2024-09-12T20:17:36.585" v="843" actId="26606"/>
          <ac:spMkLst>
            <pc:docMk/>
            <pc:sldMk cId="2519568871" sldId="267"/>
            <ac:spMk id="34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36.585" v="843" actId="26606"/>
          <ac:spMkLst>
            <pc:docMk/>
            <pc:sldMk cId="2519568871" sldId="267"/>
            <ac:spMk id="37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39.039" v="846" actId="26606"/>
          <ac:spMkLst>
            <pc:docMk/>
            <pc:sldMk cId="2519568871" sldId="267"/>
            <ac:spMk id="41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39.039" v="846" actId="26606"/>
          <ac:spMkLst>
            <pc:docMk/>
            <pc:sldMk cId="2519568871" sldId="267"/>
            <ac:spMk id="44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41.898" v="849" actId="26606"/>
          <ac:spMkLst>
            <pc:docMk/>
            <pc:sldMk cId="2519568871" sldId="267"/>
            <ac:spMk id="48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41.898" v="849" actId="26606"/>
          <ac:spMkLst>
            <pc:docMk/>
            <pc:sldMk cId="2519568871" sldId="267"/>
            <ac:spMk id="51" creationId="{DDB56DB5-0324-4F79-9AB8-CB18C1DC8743}"/>
          </ac:spMkLst>
        </pc:spChg>
        <pc:spChg chg="add del">
          <ac:chgData name="Tom Maurer" userId="63e8d4ad-d51a-484a-93f0-e9b7fcba0e4f" providerId="ADAL" clId="{52B8BD6A-E4AD-4EA3-9173-5E8CEA2027AD}" dt="2024-09-12T20:17:42.350" v="851" actId="26606"/>
          <ac:spMkLst>
            <pc:docMk/>
            <pc:sldMk cId="2519568871" sldId="267"/>
            <ac:spMk id="55" creationId="{B9C04DC5-313B-4FE4-B868-5672A376419F}"/>
          </ac:spMkLst>
        </pc:spChg>
        <pc:spChg chg="add del">
          <ac:chgData name="Tom Maurer" userId="63e8d4ad-d51a-484a-93f0-e9b7fcba0e4f" providerId="ADAL" clId="{52B8BD6A-E4AD-4EA3-9173-5E8CEA2027AD}" dt="2024-09-12T20:17:42.350" v="851" actId="26606"/>
          <ac:spMkLst>
            <pc:docMk/>
            <pc:sldMk cId="2519568871" sldId="267"/>
            <ac:spMk id="58" creationId="{329FDD08-42D8-4AFF-90E5-5DAA5BC4CBD8}"/>
          </ac:spMkLst>
        </pc:spChg>
        <pc:spChg chg="add del">
          <ac:chgData name="Tom Maurer" userId="63e8d4ad-d51a-484a-93f0-e9b7fcba0e4f" providerId="ADAL" clId="{52B8BD6A-E4AD-4EA3-9173-5E8CEA2027AD}" dt="2024-09-12T20:17:42.350" v="851" actId="26606"/>
          <ac:spMkLst>
            <pc:docMk/>
            <pc:sldMk cId="2519568871" sldId="267"/>
            <ac:spMk id="59" creationId="{F0C6A2AD-3250-4097-A84B-939453B75CB0}"/>
          </ac:spMkLst>
        </pc:spChg>
        <pc:spChg chg="add del">
          <ac:chgData name="Tom Maurer" userId="63e8d4ad-d51a-484a-93f0-e9b7fcba0e4f" providerId="ADAL" clId="{52B8BD6A-E4AD-4EA3-9173-5E8CEA2027AD}" dt="2024-09-12T20:17:44.960" v="854" actId="26606"/>
          <ac:spMkLst>
            <pc:docMk/>
            <pc:sldMk cId="2519568871" sldId="267"/>
            <ac:spMk id="63" creationId="{8F54B2FB-3F54-4350-8D1B-F86D677CA7ED}"/>
          </ac:spMkLst>
        </pc:spChg>
        <pc:spChg chg="add del">
          <ac:chgData name="Tom Maurer" userId="63e8d4ad-d51a-484a-93f0-e9b7fcba0e4f" providerId="ADAL" clId="{52B8BD6A-E4AD-4EA3-9173-5E8CEA2027AD}" dt="2024-09-12T20:17:44.960" v="854" actId="26606"/>
          <ac:spMkLst>
            <pc:docMk/>
            <pc:sldMk cId="2519568871" sldId="267"/>
            <ac:spMk id="66" creationId="{DDB56DB5-0324-4F79-9AB8-CB18C1DC8743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0" creationId="{B9C04DC5-313B-4FE4-B868-5672A376419F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3" creationId="{329FDD08-42D8-4AFF-90E5-5DAA5BC4CBD8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4" creationId="{897D890B-9AFB-4A90-9960-C92E65728373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5" creationId="{98ED2387-9C78-40F9-B794-A735DCB3AB31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6" creationId="{477FCF5B-12FA-4ED2-B449-20BD744A7CA4}"/>
          </ac:spMkLst>
        </pc:spChg>
        <pc:spChg chg="add">
          <ac:chgData name="Tom Maurer" userId="63e8d4ad-d51a-484a-93f0-e9b7fcba0e4f" providerId="ADAL" clId="{52B8BD6A-E4AD-4EA3-9173-5E8CEA2027AD}" dt="2024-09-12T20:17:44.996" v="855" actId="26606"/>
          <ac:spMkLst>
            <pc:docMk/>
            <pc:sldMk cId="2519568871" sldId="267"/>
            <ac:spMk id="77" creationId="{1780B2A6-1181-456F-8B6E-AD86960CD04E}"/>
          </ac:spMkLst>
        </pc:spChg>
        <pc:picChg chg="add mod modCrop">
          <ac:chgData name="Tom Maurer" userId="63e8d4ad-d51a-484a-93f0-e9b7fcba0e4f" providerId="ADAL" clId="{52B8BD6A-E4AD-4EA3-9173-5E8CEA2027AD}" dt="2024-09-12T20:18:02.435" v="861" actId="1076"/>
          <ac:picMkLst>
            <pc:docMk/>
            <pc:sldMk cId="2519568871" sldId="267"/>
            <ac:picMk id="4" creationId="{1FAA0798-3C24-93CE-302D-BD36AEFE01CA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9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11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15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29.828" v="839" actId="26606"/>
          <ac:picMkLst>
            <pc:docMk/>
            <pc:sldMk cId="2519568871" sldId="267"/>
            <ac:picMk id="17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2" creationId="{7594FC8B-8CD2-407F-94F1-9C71F5AEC2B6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4" creationId="{DBABC971-8D40-4A4F-AC60-28B9172789B9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8" creationId="{791AE23E-90C9-4963-96E2-8DADBFC3BC09}"/>
          </ac:picMkLst>
        </pc:picChg>
        <pc:picChg chg="add del">
          <ac:chgData name="Tom Maurer" userId="63e8d4ad-d51a-484a-93f0-e9b7fcba0e4f" providerId="ADAL" clId="{52B8BD6A-E4AD-4EA3-9173-5E8CEA2027AD}" dt="2024-09-12T20:17:35.443" v="841" actId="26606"/>
          <ac:picMkLst>
            <pc:docMk/>
            <pc:sldMk cId="2519568871" sldId="267"/>
            <ac:picMk id="29" creationId="{C5F93E90-4379-4AAC-B021-E5FA6D974AED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2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3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5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36.585" v="843" actId="26606"/>
          <ac:picMkLst>
            <pc:docMk/>
            <pc:sldMk cId="2519568871" sldId="267"/>
            <ac:picMk id="36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39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40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42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39.039" v="846" actId="26606"/>
          <ac:picMkLst>
            <pc:docMk/>
            <pc:sldMk cId="2519568871" sldId="267"/>
            <ac:picMk id="43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46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47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49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41.898" v="849" actId="26606"/>
          <ac:picMkLst>
            <pc:docMk/>
            <pc:sldMk cId="2519568871" sldId="267"/>
            <ac:picMk id="50" creationId="{4F3661D0-2268-4D3E-88BA-0647BCBE33AF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3" creationId="{7594FC8B-8CD2-407F-94F1-9C71F5AEC2B6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4" creationId="{DBABC971-8D40-4A4F-AC60-28B9172789B9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6" creationId="{791AE23E-90C9-4963-96E2-8DADBFC3BC09}"/>
          </ac:picMkLst>
        </pc:picChg>
        <pc:picChg chg="add del">
          <ac:chgData name="Tom Maurer" userId="63e8d4ad-d51a-484a-93f0-e9b7fcba0e4f" providerId="ADAL" clId="{52B8BD6A-E4AD-4EA3-9173-5E8CEA2027AD}" dt="2024-09-12T20:17:42.350" v="851" actId="26606"/>
          <ac:picMkLst>
            <pc:docMk/>
            <pc:sldMk cId="2519568871" sldId="267"/>
            <ac:picMk id="57" creationId="{C5F93E90-4379-4AAC-B021-E5FA6D974AED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1" creationId="{AA085689-791F-4B8F-9F30-12415B97D366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2" creationId="{AA3FED7F-6821-47C0-A464-E9278B24129E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4" creationId="{561B34F5-88E5-4711-BC16-3005C29AD7C6}"/>
          </ac:picMkLst>
        </pc:picChg>
        <pc:picChg chg="add del">
          <ac:chgData name="Tom Maurer" userId="63e8d4ad-d51a-484a-93f0-e9b7fcba0e4f" providerId="ADAL" clId="{52B8BD6A-E4AD-4EA3-9173-5E8CEA2027AD}" dt="2024-09-12T20:17:44.960" v="854" actId="26606"/>
          <ac:picMkLst>
            <pc:docMk/>
            <pc:sldMk cId="2519568871" sldId="267"/>
            <ac:picMk id="65" creationId="{4F3661D0-2268-4D3E-88BA-0647BCBE33AF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68" creationId="{7594FC8B-8CD2-407F-94F1-9C71F5AEC2B6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69" creationId="{DBABC971-8D40-4A4F-AC60-28B9172789B9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71" creationId="{791AE23E-90C9-4963-96E2-8DADBFC3BC09}"/>
          </ac:picMkLst>
        </pc:picChg>
        <pc:picChg chg="add">
          <ac:chgData name="Tom Maurer" userId="63e8d4ad-d51a-484a-93f0-e9b7fcba0e4f" providerId="ADAL" clId="{52B8BD6A-E4AD-4EA3-9173-5E8CEA2027AD}" dt="2024-09-12T20:17:44.996" v="855" actId="26606"/>
          <ac:picMkLst>
            <pc:docMk/>
            <pc:sldMk cId="2519568871" sldId="267"/>
            <ac:picMk id="72" creationId="{C5F93E90-4379-4AAC-B021-E5FA6D974AED}"/>
          </ac:picMkLst>
        </pc:picChg>
      </pc:sldChg>
      <pc:sldChg chg="addSp delSp modSp new mod setBg">
        <pc:chgData name="Tom Maurer" userId="63e8d4ad-d51a-484a-93f0-e9b7fcba0e4f" providerId="ADAL" clId="{52B8BD6A-E4AD-4EA3-9173-5E8CEA2027AD}" dt="2024-09-12T20:24:18.371" v="1330" actId="1076"/>
        <pc:sldMkLst>
          <pc:docMk/>
          <pc:sldMk cId="2116645579" sldId="268"/>
        </pc:sldMkLst>
        <pc:spChg chg="mo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2" creationId="{D7E679BE-CAFB-76AB-AE73-5EE2D6DC626B}"/>
          </ac:spMkLst>
        </pc:spChg>
        <pc:spChg chg="del">
          <ac:chgData name="Tom Maurer" userId="63e8d4ad-d51a-484a-93f0-e9b7fcba0e4f" providerId="ADAL" clId="{52B8BD6A-E4AD-4EA3-9173-5E8CEA2027AD}" dt="2024-09-12T19:56:38.325" v="237" actId="478"/>
          <ac:spMkLst>
            <pc:docMk/>
            <pc:sldMk cId="2116645579" sldId="268"/>
            <ac:spMk id="3" creationId="{96617DD7-FE70-5273-EE03-F97498536F0B}"/>
          </ac:spMkLst>
        </pc:spChg>
        <pc:spChg chg="add del mod">
          <ac:chgData name="Tom Maurer" userId="63e8d4ad-d51a-484a-93f0-e9b7fcba0e4f" providerId="ADAL" clId="{52B8BD6A-E4AD-4EA3-9173-5E8CEA2027AD}" dt="2024-09-12T20:18:58.319" v="876" actId="478"/>
          <ac:spMkLst>
            <pc:docMk/>
            <pc:sldMk cId="2116645579" sldId="268"/>
            <ac:spMk id="4" creationId="{F97A1E3E-FC63-18A3-0D75-3CC79D38EB66}"/>
          </ac:spMkLst>
        </pc:spChg>
        <pc:spChg chg="add mo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5" creationId="{DEA3A294-E442-3DDB-6180-28BF65188832}"/>
          </ac:spMkLst>
        </pc:spChg>
        <pc:spChg chg="ad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12" creationId="{0A01F2A2-AEDD-47DC-AFB5-B97CEB9A5328}"/>
          </ac:spMkLst>
        </pc:spChg>
        <pc:spChg chg="ad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14" creationId="{DB5AF5F3-AD0A-4EFA-854A-47C780F26264}"/>
          </ac:spMkLst>
        </pc:spChg>
        <pc:spChg chg="add">
          <ac:chgData name="Tom Maurer" userId="63e8d4ad-d51a-484a-93f0-e9b7fcba0e4f" providerId="ADAL" clId="{52B8BD6A-E4AD-4EA3-9173-5E8CEA2027AD}" dt="2024-09-12T20:24:08.065" v="1328" actId="26606"/>
          <ac:spMkLst>
            <pc:docMk/>
            <pc:sldMk cId="2116645579" sldId="268"/>
            <ac:spMk id="16" creationId="{1E3D6D6C-E192-4135-B1DB-17C71EEBC946}"/>
          </ac:spMkLst>
        </pc:spChg>
        <pc:picChg chg="add mod">
          <ac:chgData name="Tom Maurer" userId="63e8d4ad-d51a-484a-93f0-e9b7fcba0e4f" providerId="ADAL" clId="{52B8BD6A-E4AD-4EA3-9173-5E8CEA2027AD}" dt="2024-09-12T20:24:18.371" v="1330" actId="1076"/>
          <ac:picMkLst>
            <pc:docMk/>
            <pc:sldMk cId="2116645579" sldId="268"/>
            <ac:picMk id="7" creationId="{CF1EE422-FFB5-A2C3-F170-432D867B6B2D}"/>
          </ac:picMkLst>
        </pc:picChg>
      </pc:sldChg>
      <pc:sldChg chg="addSp modSp new mod">
        <pc:chgData name="Tom Maurer" userId="63e8d4ad-d51a-484a-93f0-e9b7fcba0e4f" providerId="ADAL" clId="{52B8BD6A-E4AD-4EA3-9173-5E8CEA2027AD}" dt="2024-09-12T20:30:19.137" v="1783" actId="207"/>
        <pc:sldMkLst>
          <pc:docMk/>
          <pc:sldMk cId="1196798817" sldId="269"/>
        </pc:sldMkLst>
        <pc:spChg chg="mod">
          <ac:chgData name="Tom Maurer" userId="63e8d4ad-d51a-484a-93f0-e9b7fcba0e4f" providerId="ADAL" clId="{52B8BD6A-E4AD-4EA3-9173-5E8CEA2027AD}" dt="2024-09-12T20:06:46.659" v="387" actId="20577"/>
          <ac:spMkLst>
            <pc:docMk/>
            <pc:sldMk cId="1196798817" sldId="269"/>
            <ac:spMk id="2" creationId="{C3C7224B-A9BE-00FF-5790-9B8452E47228}"/>
          </ac:spMkLst>
        </pc:spChg>
        <pc:spChg chg="mod">
          <ac:chgData name="Tom Maurer" userId="63e8d4ad-d51a-484a-93f0-e9b7fcba0e4f" providerId="ADAL" clId="{52B8BD6A-E4AD-4EA3-9173-5E8CEA2027AD}" dt="2024-09-12T20:30:16.740" v="1782" actId="207"/>
          <ac:spMkLst>
            <pc:docMk/>
            <pc:sldMk cId="1196798817" sldId="269"/>
            <ac:spMk id="3" creationId="{93ED48A9-19C0-79F8-97C5-345FB4D3F323}"/>
          </ac:spMkLst>
        </pc:spChg>
        <pc:spChg chg="add mod">
          <ac:chgData name="Tom Maurer" userId="63e8d4ad-d51a-484a-93f0-e9b7fcba0e4f" providerId="ADAL" clId="{52B8BD6A-E4AD-4EA3-9173-5E8CEA2027AD}" dt="2024-09-12T20:30:19.137" v="1783" actId="207"/>
          <ac:spMkLst>
            <pc:docMk/>
            <pc:sldMk cId="1196798817" sldId="269"/>
            <ac:spMk id="4" creationId="{C782F526-0AB4-A75A-4FE4-B8BAAE920138}"/>
          </ac:spMkLst>
        </pc:spChg>
      </pc:sldChg>
      <pc:sldChg chg="addSp delSp modSp new mod">
        <pc:chgData name="Tom Maurer" userId="63e8d4ad-d51a-484a-93f0-e9b7fcba0e4f" providerId="ADAL" clId="{52B8BD6A-E4AD-4EA3-9173-5E8CEA2027AD}" dt="2024-09-12T20:33:07.659" v="1956" actId="26606"/>
        <pc:sldMkLst>
          <pc:docMk/>
          <pc:sldMk cId="3789918346" sldId="270"/>
        </pc:sldMkLst>
        <pc:spChg chg="mod">
          <ac:chgData name="Tom Maurer" userId="63e8d4ad-d51a-484a-93f0-e9b7fcba0e4f" providerId="ADAL" clId="{52B8BD6A-E4AD-4EA3-9173-5E8CEA2027AD}" dt="2024-09-12T20:09:29.337" v="515" actId="20577"/>
          <ac:spMkLst>
            <pc:docMk/>
            <pc:sldMk cId="3789918346" sldId="270"/>
            <ac:spMk id="2" creationId="{BD7DA37A-4AB9-93BA-DF45-C75833D7A38A}"/>
          </ac:spMkLst>
        </pc:spChg>
        <pc:spChg chg="add del mod">
          <ac:chgData name="Tom Maurer" userId="63e8d4ad-d51a-484a-93f0-e9b7fcba0e4f" providerId="ADAL" clId="{52B8BD6A-E4AD-4EA3-9173-5E8CEA2027AD}" dt="2024-09-12T20:33:07.659" v="1956" actId="26606"/>
          <ac:spMkLst>
            <pc:docMk/>
            <pc:sldMk cId="3789918346" sldId="270"/>
            <ac:spMk id="3" creationId="{AFFB1BEA-1657-B3CB-36F6-15A6E4D75703}"/>
          </ac:spMkLst>
        </pc:spChg>
        <pc:graphicFrameChg chg="add del">
          <ac:chgData name="Tom Maurer" userId="63e8d4ad-d51a-484a-93f0-e9b7fcba0e4f" providerId="ADAL" clId="{52B8BD6A-E4AD-4EA3-9173-5E8CEA2027AD}" dt="2024-09-12T20:32:52.845" v="1952" actId="26606"/>
          <ac:graphicFrameMkLst>
            <pc:docMk/>
            <pc:sldMk cId="3789918346" sldId="270"/>
            <ac:graphicFrameMk id="5" creationId="{B979B685-6427-32A0-D883-3AF83E6226BD}"/>
          </ac:graphicFrameMkLst>
        </pc:graphicFrameChg>
        <pc:graphicFrameChg chg="add">
          <ac:chgData name="Tom Maurer" userId="63e8d4ad-d51a-484a-93f0-e9b7fcba0e4f" providerId="ADAL" clId="{52B8BD6A-E4AD-4EA3-9173-5E8CEA2027AD}" dt="2024-09-12T20:33:07.659" v="1956" actId="26606"/>
          <ac:graphicFrameMkLst>
            <pc:docMk/>
            <pc:sldMk cId="3789918346" sldId="270"/>
            <ac:graphicFrameMk id="6" creationId="{6A8511DC-5EB0-250E-7579-347A192B4BFC}"/>
          </ac:graphicFrameMkLst>
        </pc:graphicFrameChg>
      </pc:sldChg>
      <pc:sldChg chg="addSp modSp new mod">
        <pc:chgData name="Tom Maurer" userId="63e8d4ad-d51a-484a-93f0-e9b7fcba0e4f" providerId="ADAL" clId="{52B8BD6A-E4AD-4EA3-9173-5E8CEA2027AD}" dt="2024-09-12T20:55:44.834" v="2532" actId="14100"/>
        <pc:sldMkLst>
          <pc:docMk/>
          <pc:sldMk cId="2380442912" sldId="271"/>
        </pc:sldMkLst>
        <pc:spChg chg="mod">
          <ac:chgData name="Tom Maurer" userId="63e8d4ad-d51a-484a-93f0-e9b7fcba0e4f" providerId="ADAL" clId="{52B8BD6A-E4AD-4EA3-9173-5E8CEA2027AD}" dt="2024-09-12T20:08:33.788" v="429" actId="20577"/>
          <ac:spMkLst>
            <pc:docMk/>
            <pc:sldMk cId="2380442912" sldId="271"/>
            <ac:spMk id="2" creationId="{376EF5BB-A318-91F8-DFA3-3F5ECF5E70E2}"/>
          </ac:spMkLst>
        </pc:spChg>
        <pc:spChg chg="mod">
          <ac:chgData name="Tom Maurer" userId="63e8d4ad-d51a-484a-93f0-e9b7fcba0e4f" providerId="ADAL" clId="{52B8BD6A-E4AD-4EA3-9173-5E8CEA2027AD}" dt="2024-09-12T20:54:49.164" v="2521" actId="1076"/>
          <ac:spMkLst>
            <pc:docMk/>
            <pc:sldMk cId="2380442912" sldId="271"/>
            <ac:spMk id="3" creationId="{1AA08731-B88A-FE4D-E6C2-C5F55916D39B}"/>
          </ac:spMkLst>
        </pc:spChg>
        <pc:spChg chg="add mod">
          <ac:chgData name="Tom Maurer" userId="63e8d4ad-d51a-484a-93f0-e9b7fcba0e4f" providerId="ADAL" clId="{52B8BD6A-E4AD-4EA3-9173-5E8CEA2027AD}" dt="2024-09-12T20:54:53.290" v="2523" actId="1076"/>
          <ac:spMkLst>
            <pc:docMk/>
            <pc:sldMk cId="2380442912" sldId="271"/>
            <ac:spMk id="10" creationId="{C976FDA0-A0E7-0760-966D-88582675B4DF}"/>
          </ac:spMkLst>
        </pc:spChg>
        <pc:spChg chg="add mod">
          <ac:chgData name="Tom Maurer" userId="63e8d4ad-d51a-484a-93f0-e9b7fcba0e4f" providerId="ADAL" clId="{52B8BD6A-E4AD-4EA3-9173-5E8CEA2027AD}" dt="2024-09-12T20:55:44.834" v="2532" actId="14100"/>
          <ac:spMkLst>
            <pc:docMk/>
            <pc:sldMk cId="2380442912" sldId="271"/>
            <ac:spMk id="13" creationId="{12EA766E-DAB7-316B-A28A-B7E486DC7940}"/>
          </ac:spMkLst>
        </pc:spChg>
        <pc:picChg chg="add mod">
          <ac:chgData name="Tom Maurer" userId="63e8d4ad-d51a-484a-93f0-e9b7fcba0e4f" providerId="ADAL" clId="{52B8BD6A-E4AD-4EA3-9173-5E8CEA2027AD}" dt="2024-09-12T20:54:50.122" v="2522" actId="1076"/>
          <ac:picMkLst>
            <pc:docMk/>
            <pc:sldMk cId="2380442912" sldId="271"/>
            <ac:picMk id="5" creationId="{8F3B6F2D-4461-013C-4E48-08FB53AD2400}"/>
          </ac:picMkLst>
        </pc:picChg>
        <pc:picChg chg="add mod">
          <ac:chgData name="Tom Maurer" userId="63e8d4ad-d51a-484a-93f0-e9b7fcba0e4f" providerId="ADAL" clId="{52B8BD6A-E4AD-4EA3-9173-5E8CEA2027AD}" dt="2024-09-12T20:54:59.996" v="2527" actId="14100"/>
          <ac:picMkLst>
            <pc:docMk/>
            <pc:sldMk cId="2380442912" sldId="271"/>
            <ac:picMk id="7" creationId="{6FE5AEF6-411A-5363-6658-016ED19E90FD}"/>
          </ac:picMkLst>
        </pc:picChg>
        <pc:picChg chg="add mod">
          <ac:chgData name="Tom Maurer" userId="63e8d4ad-d51a-484a-93f0-e9b7fcba0e4f" providerId="ADAL" clId="{52B8BD6A-E4AD-4EA3-9173-5E8CEA2027AD}" dt="2024-09-12T20:55:05.661" v="2529" actId="1076"/>
          <ac:picMkLst>
            <pc:docMk/>
            <pc:sldMk cId="2380442912" sldId="271"/>
            <ac:picMk id="9" creationId="{0DBD3E0C-66DC-A78D-AE0B-DCCD34AEFC72}"/>
          </ac:picMkLst>
        </pc:picChg>
        <pc:picChg chg="add mod">
          <ac:chgData name="Tom Maurer" userId="63e8d4ad-d51a-484a-93f0-e9b7fcba0e4f" providerId="ADAL" clId="{52B8BD6A-E4AD-4EA3-9173-5E8CEA2027AD}" dt="2024-09-12T20:54:55.930" v="2524" actId="1076"/>
          <ac:picMkLst>
            <pc:docMk/>
            <pc:sldMk cId="2380442912" sldId="271"/>
            <ac:picMk id="12" creationId="{FFE558D0-92CF-2C4C-3EA3-6F9798AEDBE7}"/>
          </ac:picMkLst>
        </pc:picChg>
      </pc:sldChg>
      <pc:sldChg chg="modSp new mod">
        <pc:chgData name="Tom Maurer" userId="63e8d4ad-d51a-484a-93f0-e9b7fcba0e4f" providerId="ADAL" clId="{52B8BD6A-E4AD-4EA3-9173-5E8CEA2027AD}" dt="2024-09-12T20:11:43.605" v="522"/>
        <pc:sldMkLst>
          <pc:docMk/>
          <pc:sldMk cId="1140322438" sldId="272"/>
        </pc:sldMkLst>
        <pc:spChg chg="mod">
          <ac:chgData name="Tom Maurer" userId="63e8d4ad-d51a-484a-93f0-e9b7fcba0e4f" providerId="ADAL" clId="{52B8BD6A-E4AD-4EA3-9173-5E8CEA2027AD}" dt="2024-09-12T20:08:51.383" v="498" actId="20577"/>
          <ac:spMkLst>
            <pc:docMk/>
            <pc:sldMk cId="1140322438" sldId="272"/>
            <ac:spMk id="2" creationId="{7EC2B629-7143-3F4B-6ED6-0A5377B85069}"/>
          </ac:spMkLst>
        </pc:spChg>
        <pc:spChg chg="mod">
          <ac:chgData name="Tom Maurer" userId="63e8d4ad-d51a-484a-93f0-e9b7fcba0e4f" providerId="ADAL" clId="{52B8BD6A-E4AD-4EA3-9173-5E8CEA2027AD}" dt="2024-09-12T20:11:43.605" v="522"/>
          <ac:spMkLst>
            <pc:docMk/>
            <pc:sldMk cId="1140322438" sldId="272"/>
            <ac:spMk id="3" creationId="{00620D78-2FA7-1191-6FBD-76883EA990DD}"/>
          </ac:spMkLst>
        </pc:spChg>
      </pc:sldChg>
      <pc:sldChg chg="addSp modSp new mod setBg modNotesTx">
        <pc:chgData name="Tom Maurer" userId="63e8d4ad-d51a-484a-93f0-e9b7fcba0e4f" providerId="ADAL" clId="{52B8BD6A-E4AD-4EA3-9173-5E8CEA2027AD}" dt="2024-09-12T22:29:46.222" v="2937" actId="20577"/>
        <pc:sldMkLst>
          <pc:docMk/>
          <pc:sldMk cId="1895144742" sldId="273"/>
        </pc:sldMkLst>
        <pc:spChg chg="mod">
          <ac:chgData name="Tom Maurer" userId="63e8d4ad-d51a-484a-93f0-e9b7fcba0e4f" providerId="ADAL" clId="{52B8BD6A-E4AD-4EA3-9173-5E8CEA2027AD}" dt="2024-09-12T22:29:28.224" v="2889" actId="26606"/>
          <ac:spMkLst>
            <pc:docMk/>
            <pc:sldMk cId="1895144742" sldId="273"/>
            <ac:spMk id="2" creationId="{360BA4C0-5C34-C849-C248-285DC2525EA3}"/>
          </ac:spMkLst>
        </pc:spChg>
        <pc:spChg chg="mod ord">
          <ac:chgData name="Tom Maurer" userId="63e8d4ad-d51a-484a-93f0-e9b7fcba0e4f" providerId="ADAL" clId="{52B8BD6A-E4AD-4EA3-9173-5E8CEA2027AD}" dt="2024-09-12T22:29:28.224" v="2889" actId="26606"/>
          <ac:spMkLst>
            <pc:docMk/>
            <pc:sldMk cId="1895144742" sldId="273"/>
            <ac:spMk id="3" creationId="{5ED6FBCA-0758-3FD1-76E6-01F8E5A606C2}"/>
          </ac:spMkLst>
        </pc:spChg>
        <pc:picChg chg="add mod">
          <ac:chgData name="Tom Maurer" userId="63e8d4ad-d51a-484a-93f0-e9b7fcba0e4f" providerId="ADAL" clId="{52B8BD6A-E4AD-4EA3-9173-5E8CEA2027AD}" dt="2024-09-12T22:29:28.224" v="2889" actId="26606"/>
          <ac:picMkLst>
            <pc:docMk/>
            <pc:sldMk cId="1895144742" sldId="273"/>
            <ac:picMk id="5" creationId="{9103F080-2EEE-147F-534F-F286A0A8D0F3}"/>
          </ac:picMkLst>
        </pc:picChg>
      </pc:sldChg>
      <pc:sldChg chg="modSp new mod">
        <pc:chgData name="Tom Maurer" userId="63e8d4ad-d51a-484a-93f0-e9b7fcba0e4f" providerId="ADAL" clId="{52B8BD6A-E4AD-4EA3-9173-5E8CEA2027AD}" dt="2024-09-13T17:41:48.093" v="3847" actId="20577"/>
        <pc:sldMkLst>
          <pc:docMk/>
          <pc:sldMk cId="4142453992" sldId="274"/>
        </pc:sldMkLst>
        <pc:spChg chg="mod">
          <ac:chgData name="Tom Maurer" userId="63e8d4ad-d51a-484a-93f0-e9b7fcba0e4f" providerId="ADAL" clId="{52B8BD6A-E4AD-4EA3-9173-5E8CEA2027AD}" dt="2024-09-13T17:32:09.924" v="2957" actId="20577"/>
          <ac:spMkLst>
            <pc:docMk/>
            <pc:sldMk cId="4142453992" sldId="274"/>
            <ac:spMk id="2" creationId="{388BCA08-B978-F0AA-9BC4-176394E920C2}"/>
          </ac:spMkLst>
        </pc:spChg>
        <pc:spChg chg="mod">
          <ac:chgData name="Tom Maurer" userId="63e8d4ad-d51a-484a-93f0-e9b7fcba0e4f" providerId="ADAL" clId="{52B8BD6A-E4AD-4EA3-9173-5E8CEA2027AD}" dt="2024-09-13T17:41:48.093" v="3847" actId="20577"/>
          <ac:spMkLst>
            <pc:docMk/>
            <pc:sldMk cId="4142453992" sldId="274"/>
            <ac:spMk id="3" creationId="{0B112DC9-24EE-D13B-EED2-604278C6B66A}"/>
          </ac:spMkLst>
        </pc:spChg>
      </pc:sldChg>
      <pc:sldChg chg="modSp new mod ord">
        <pc:chgData name="Tom Maurer" userId="63e8d4ad-d51a-484a-93f0-e9b7fcba0e4f" providerId="ADAL" clId="{52B8BD6A-E4AD-4EA3-9173-5E8CEA2027AD}" dt="2024-09-16T19:46:37.343" v="4266" actId="20577"/>
        <pc:sldMkLst>
          <pc:docMk/>
          <pc:sldMk cId="833373771" sldId="275"/>
        </pc:sldMkLst>
        <pc:spChg chg="mod">
          <ac:chgData name="Tom Maurer" userId="63e8d4ad-d51a-484a-93f0-e9b7fcba0e4f" providerId="ADAL" clId="{52B8BD6A-E4AD-4EA3-9173-5E8CEA2027AD}" dt="2024-09-13T17:58:18.801" v="3861" actId="20577"/>
          <ac:spMkLst>
            <pc:docMk/>
            <pc:sldMk cId="833373771" sldId="275"/>
            <ac:spMk id="2" creationId="{B6846715-27EE-AAB5-F504-70AC8082DFB0}"/>
          </ac:spMkLst>
        </pc:spChg>
        <pc:spChg chg="mod">
          <ac:chgData name="Tom Maurer" userId="63e8d4ad-d51a-484a-93f0-e9b7fcba0e4f" providerId="ADAL" clId="{52B8BD6A-E4AD-4EA3-9173-5E8CEA2027AD}" dt="2024-09-16T19:46:37.343" v="4266" actId="20577"/>
          <ac:spMkLst>
            <pc:docMk/>
            <pc:sldMk cId="833373771" sldId="275"/>
            <ac:spMk id="3" creationId="{463F3FB7-A6DF-029C-CE45-3B39930B7C07}"/>
          </ac:spMkLst>
        </pc:spChg>
      </pc:sldChg>
      <pc:sldChg chg="new del">
        <pc:chgData name="Tom Maurer" userId="63e8d4ad-d51a-484a-93f0-e9b7fcba0e4f" providerId="ADAL" clId="{52B8BD6A-E4AD-4EA3-9173-5E8CEA2027AD}" dt="2024-09-16T19:44:19.574" v="4157" actId="47"/>
        <pc:sldMkLst>
          <pc:docMk/>
          <pc:sldMk cId="818621566" sldId="276"/>
        </pc:sldMkLst>
      </pc:sldChg>
    </pc:docChg>
  </pc:docChgLst>
  <pc:docChgLst>
    <pc:chgData name="Tom Maurer" userId="63e8d4ad-d51a-484a-93f0-e9b7fcba0e4f" providerId="ADAL" clId="{6DF49580-5F46-4B9E-96F3-8BC023144E54}"/>
    <pc:docChg chg="undo custSel addSld delSld modSld">
      <pc:chgData name="Tom Maurer" userId="63e8d4ad-d51a-484a-93f0-e9b7fcba0e4f" providerId="ADAL" clId="{6DF49580-5F46-4B9E-96F3-8BC023144E54}" dt="2024-09-23T22:14:55.365" v="2264" actId="47"/>
      <pc:docMkLst>
        <pc:docMk/>
      </pc:docMkLst>
      <pc:sldChg chg="modSp mod">
        <pc:chgData name="Tom Maurer" userId="63e8d4ad-d51a-484a-93f0-e9b7fcba0e4f" providerId="ADAL" clId="{6DF49580-5F46-4B9E-96F3-8BC023144E54}" dt="2024-09-16T20:51:09.977" v="9" actId="20577"/>
        <pc:sldMkLst>
          <pc:docMk/>
          <pc:sldMk cId="1330967993" sldId="256"/>
        </pc:sldMkLst>
        <pc:spChg chg="mod">
          <ac:chgData name="Tom Maurer" userId="63e8d4ad-d51a-484a-93f0-e9b7fcba0e4f" providerId="ADAL" clId="{6DF49580-5F46-4B9E-96F3-8BC023144E54}" dt="2024-09-16T20:51:07.679" v="7" actId="20577"/>
          <ac:spMkLst>
            <pc:docMk/>
            <pc:sldMk cId="1330967993" sldId="256"/>
            <ac:spMk id="2" creationId="{31233B63-26CE-A171-AA3C-D22BCC026A82}"/>
          </ac:spMkLst>
        </pc:spChg>
        <pc:spChg chg="mod">
          <ac:chgData name="Tom Maurer" userId="63e8d4ad-d51a-484a-93f0-e9b7fcba0e4f" providerId="ADAL" clId="{6DF49580-5F46-4B9E-96F3-8BC023144E54}" dt="2024-09-16T20:51:09.977" v="9" actId="20577"/>
          <ac:spMkLst>
            <pc:docMk/>
            <pc:sldMk cId="1330967993" sldId="256"/>
            <ac:spMk id="3" creationId="{1AD08CB5-82BB-07A5-032A-EFF043ED7BD7}"/>
          </ac:spMkLst>
        </pc:spChg>
      </pc:sldChg>
      <pc:sldChg chg="modNotesTx">
        <pc:chgData name="Tom Maurer" userId="63e8d4ad-d51a-484a-93f0-e9b7fcba0e4f" providerId="ADAL" clId="{6DF49580-5F46-4B9E-96F3-8BC023144E54}" dt="2024-09-23T19:46:17.118" v="2241" actId="20577"/>
        <pc:sldMkLst>
          <pc:docMk/>
          <pc:sldMk cId="4008492965" sldId="260"/>
        </pc:sldMkLst>
      </pc:sldChg>
      <pc:sldChg chg="addSp delSp modSp mod setBg">
        <pc:chgData name="Tom Maurer" userId="63e8d4ad-d51a-484a-93f0-e9b7fcba0e4f" providerId="ADAL" clId="{6DF49580-5F46-4B9E-96F3-8BC023144E54}" dt="2024-09-16T20:55:43.367" v="327" actId="26606"/>
        <pc:sldMkLst>
          <pc:docMk/>
          <pc:sldMk cId="1217833227" sldId="263"/>
        </pc:sldMkLst>
        <pc:spChg chg="mo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2" creationId="{E5B5C4F0-8297-1AA0-55CF-03DE58944232}"/>
          </ac:spMkLst>
        </pc:spChg>
        <pc:spChg chg="mo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3" creationId="{01BF52CC-D3A2-17FB-A5AF-97FC2526AB36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13" creationId="{4109C3C2-C0A8-4559-8462-8007573DF44C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17" creationId="{11DF0705-615B-4CF3-A16F-8C14680D8BA6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19" creationId="{D6CEF2A9-EF08-4FB3-AFFB-C5F77AB6E028}"/>
          </ac:spMkLst>
        </pc:spChg>
        <pc:spChg chg="add">
          <ac:chgData name="Tom Maurer" userId="63e8d4ad-d51a-484a-93f0-e9b7fcba0e4f" providerId="ADAL" clId="{6DF49580-5F46-4B9E-96F3-8BC023144E54}" dt="2024-09-16T20:55:43.367" v="327" actId="26606"/>
          <ac:spMkLst>
            <pc:docMk/>
            <pc:sldMk cId="1217833227" sldId="263"/>
            <ac:spMk id="21" creationId="{4C535542-B72A-4DE0-BE5A-5EA00508C77D}"/>
          </ac:spMkLst>
        </pc:spChg>
        <pc:picChg chg="del">
          <ac:chgData name="Tom Maurer" userId="63e8d4ad-d51a-484a-93f0-e9b7fcba0e4f" providerId="ADAL" clId="{6DF49580-5F46-4B9E-96F3-8BC023144E54}" dt="2024-09-16T20:52:14.228" v="34" actId="478"/>
          <ac:picMkLst>
            <pc:docMk/>
            <pc:sldMk cId="1217833227" sldId="263"/>
            <ac:picMk id="5" creationId="{590A5AD6-B66A-9E4B-0597-86EF9BC25B6C}"/>
          </ac:picMkLst>
        </pc:picChg>
        <pc:picChg chg="add mod">
          <ac:chgData name="Tom Maurer" userId="63e8d4ad-d51a-484a-93f0-e9b7fcba0e4f" providerId="ADAL" clId="{6DF49580-5F46-4B9E-96F3-8BC023144E54}" dt="2024-09-16T20:55:43.367" v="327" actId="26606"/>
          <ac:picMkLst>
            <pc:docMk/>
            <pc:sldMk cId="1217833227" sldId="263"/>
            <ac:picMk id="6" creationId="{F4E39623-B7F4-309C-8F20-5AA4CF3B59FE}"/>
          </ac:picMkLst>
        </pc:picChg>
        <pc:picChg chg="del">
          <ac:chgData name="Tom Maurer" userId="63e8d4ad-d51a-484a-93f0-e9b7fcba0e4f" providerId="ADAL" clId="{6DF49580-5F46-4B9E-96F3-8BC023144E54}" dt="2024-09-16T20:52:12.807" v="32" actId="478"/>
          <ac:picMkLst>
            <pc:docMk/>
            <pc:sldMk cId="1217833227" sldId="263"/>
            <ac:picMk id="7" creationId="{8CC14FA7-1888-8C16-F6DF-EF3EBF33B8EB}"/>
          </ac:picMkLst>
        </pc:picChg>
        <pc:picChg chg="del">
          <ac:chgData name="Tom Maurer" userId="63e8d4ad-d51a-484a-93f0-e9b7fcba0e4f" providerId="ADAL" clId="{6DF49580-5F46-4B9E-96F3-8BC023144E54}" dt="2024-09-16T20:52:13.283" v="33" actId="478"/>
          <ac:picMkLst>
            <pc:docMk/>
            <pc:sldMk cId="1217833227" sldId="263"/>
            <ac:picMk id="9" creationId="{938D3BE9-C7C9-E98E-627D-41A2D8062572}"/>
          </ac:picMkLst>
        </pc:picChg>
      </pc:sldChg>
      <pc:sldChg chg="addSp delSp modSp mod setBg">
        <pc:chgData name="Tom Maurer" userId="63e8d4ad-d51a-484a-93f0-e9b7fcba0e4f" providerId="ADAL" clId="{6DF49580-5F46-4B9E-96F3-8BC023144E54}" dt="2024-09-16T20:59:27.081" v="778" actId="26606"/>
        <pc:sldMkLst>
          <pc:docMk/>
          <pc:sldMk cId="829943624" sldId="264"/>
        </pc:sldMkLst>
        <pc:spChg chg="mo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2" creationId="{E5B5C4F0-8297-1AA0-55CF-03DE58944232}"/>
          </ac:spMkLst>
        </pc:spChg>
        <pc:spChg chg="add del mo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3" creationId="{01BF52CC-D3A2-17FB-A5AF-97FC2526AB36}"/>
          </ac:spMkLst>
        </pc:spChg>
        <pc:spChg chg="del">
          <ac:chgData name="Tom Maurer" userId="63e8d4ad-d51a-484a-93f0-e9b7fcba0e4f" providerId="ADAL" clId="{6DF49580-5F46-4B9E-96F3-8BC023144E54}" dt="2024-09-16T20:55:52.942" v="329" actId="478"/>
          <ac:spMkLst>
            <pc:docMk/>
            <pc:sldMk cId="829943624" sldId="264"/>
            <ac:spMk id="9" creationId="{C3590FBB-ED90-31EF-0195-780F6B4EC5CD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13" creationId="{0D9B8FD4-CDEB-4EB4-B4DE-C89E11938958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17" creationId="{5A2E3D1D-9E9F-4739-BA14-D4D7FA9FBDD1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19" creationId="{1FFB365B-E9DC-4859-B8AB-CB83EEBE4E28}"/>
          </ac:spMkLst>
        </pc:spChg>
        <pc:spChg chg="add">
          <ac:chgData name="Tom Maurer" userId="63e8d4ad-d51a-484a-93f0-e9b7fcba0e4f" providerId="ADAL" clId="{6DF49580-5F46-4B9E-96F3-8BC023144E54}" dt="2024-09-16T20:59:27.081" v="778" actId="26606"/>
          <ac:spMkLst>
            <pc:docMk/>
            <pc:sldMk cId="829943624" sldId="264"/>
            <ac:spMk id="24" creationId="{8ADAB9C8-EB37-4914-A699-C716FC8FE4FE}"/>
          </ac:spMkLst>
        </pc:spChg>
        <pc:graphicFrameChg chg="add del">
          <ac:chgData name="Tom Maurer" userId="63e8d4ad-d51a-484a-93f0-e9b7fcba0e4f" providerId="ADAL" clId="{6DF49580-5F46-4B9E-96F3-8BC023144E54}" dt="2024-09-16T20:59:07.968" v="775" actId="26606"/>
          <ac:graphicFrameMkLst>
            <pc:docMk/>
            <pc:sldMk cId="829943624" sldId="264"/>
            <ac:graphicFrameMk id="6" creationId="{BC36C49A-0D04-76A1-1BF2-B26D17A24A4C}"/>
          </ac:graphicFrameMkLst>
        </pc:graphicFrameChg>
        <pc:picChg chg="del">
          <ac:chgData name="Tom Maurer" userId="63e8d4ad-d51a-484a-93f0-e9b7fcba0e4f" providerId="ADAL" clId="{6DF49580-5F46-4B9E-96F3-8BC023144E54}" dt="2024-09-16T20:55:53.633" v="330" actId="478"/>
          <ac:picMkLst>
            <pc:docMk/>
            <pc:sldMk cId="829943624" sldId="264"/>
            <ac:picMk id="5" creationId="{5FA95EC0-C3F5-EC6D-ADAA-BCCE2A1D7043}"/>
          </ac:picMkLst>
        </pc:picChg>
        <pc:picChg chg="del">
          <ac:chgData name="Tom Maurer" userId="63e8d4ad-d51a-484a-93f0-e9b7fcba0e4f" providerId="ADAL" clId="{6DF49580-5F46-4B9E-96F3-8BC023144E54}" dt="2024-09-16T20:55:52.140" v="328" actId="478"/>
          <ac:picMkLst>
            <pc:docMk/>
            <pc:sldMk cId="829943624" sldId="264"/>
            <ac:picMk id="8" creationId="{08FA1370-DAAF-97AC-8390-32F20190AAEF}"/>
          </ac:picMkLst>
        </pc:picChg>
        <pc:picChg chg="add del">
          <ac:chgData name="Tom Maurer" userId="63e8d4ad-d51a-484a-93f0-e9b7fcba0e4f" providerId="ADAL" clId="{6DF49580-5F46-4B9E-96F3-8BC023144E54}" dt="2024-09-16T20:59:13.911" v="777" actId="26606"/>
          <ac:picMkLst>
            <pc:docMk/>
            <pc:sldMk cId="829943624" sldId="264"/>
            <ac:picMk id="11" creationId="{6C18A561-41B5-6E44-A5B5-9FDC550F831C}"/>
          </ac:picMkLst>
        </pc:picChg>
      </pc:sldChg>
      <pc:sldChg chg="addSp delSp modSp mod">
        <pc:chgData name="Tom Maurer" userId="63e8d4ad-d51a-484a-93f0-e9b7fcba0e4f" providerId="ADAL" clId="{6DF49580-5F46-4B9E-96F3-8BC023144E54}" dt="2024-09-16T21:04:04.692" v="1086" actId="14100"/>
        <pc:sldMkLst>
          <pc:docMk/>
          <pc:sldMk cId="2891550272" sldId="266"/>
        </pc:sldMkLst>
        <pc:spChg chg="mod">
          <ac:chgData name="Tom Maurer" userId="63e8d4ad-d51a-484a-93f0-e9b7fcba0e4f" providerId="ADAL" clId="{6DF49580-5F46-4B9E-96F3-8BC023144E54}" dt="2024-09-16T21:04:04.692" v="1086" actId="14100"/>
          <ac:spMkLst>
            <pc:docMk/>
            <pc:sldMk cId="2891550272" sldId="266"/>
            <ac:spMk id="2" creationId="{6E0822F7-2E55-734C-F241-A924D662A3B6}"/>
          </ac:spMkLst>
        </pc:spChg>
        <pc:spChg chg="mod">
          <ac:chgData name="Tom Maurer" userId="63e8d4ad-d51a-484a-93f0-e9b7fcba0e4f" providerId="ADAL" clId="{6DF49580-5F46-4B9E-96F3-8BC023144E54}" dt="2024-09-16T21:03:59.997" v="1085" actId="1076"/>
          <ac:spMkLst>
            <pc:docMk/>
            <pc:sldMk cId="2891550272" sldId="266"/>
            <ac:spMk id="3" creationId="{3859C4BF-A2A6-0703-464B-A9C61E09CAAE}"/>
          </ac:spMkLst>
        </pc:spChg>
        <pc:spChg chg="add mod">
          <ac:chgData name="Tom Maurer" userId="63e8d4ad-d51a-484a-93f0-e9b7fcba0e4f" providerId="ADAL" clId="{6DF49580-5F46-4B9E-96F3-8BC023144E54}" dt="2024-09-16T21:03:15.150" v="1084" actId="20577"/>
          <ac:spMkLst>
            <pc:docMk/>
            <pc:sldMk cId="2891550272" sldId="266"/>
            <ac:spMk id="4" creationId="{11DB3926-D6F0-36CD-9271-32757772D420}"/>
          </ac:spMkLst>
        </pc:spChg>
        <pc:picChg chg="del">
          <ac:chgData name="Tom Maurer" userId="63e8d4ad-d51a-484a-93f0-e9b7fcba0e4f" providerId="ADAL" clId="{6DF49580-5F46-4B9E-96F3-8BC023144E54}" dt="2024-09-16T20:59:36.016" v="779" actId="478"/>
          <ac:picMkLst>
            <pc:docMk/>
            <pc:sldMk cId="2891550272" sldId="266"/>
            <ac:picMk id="5" creationId="{90290411-499B-F648-AD26-BCFF7C762126}"/>
          </ac:picMkLst>
        </pc:picChg>
      </pc:sldChg>
      <pc:sldChg chg="del">
        <pc:chgData name="Tom Maurer" userId="63e8d4ad-d51a-484a-93f0-e9b7fcba0e4f" providerId="ADAL" clId="{6DF49580-5F46-4B9E-96F3-8BC023144E54}" dt="2024-09-16T21:07:22.281" v="1167" actId="47"/>
        <pc:sldMkLst>
          <pc:docMk/>
          <pc:sldMk cId="2519568871" sldId="267"/>
        </pc:sldMkLst>
      </pc:sldChg>
      <pc:sldChg chg="del">
        <pc:chgData name="Tom Maurer" userId="63e8d4ad-d51a-484a-93f0-e9b7fcba0e4f" providerId="ADAL" clId="{6DF49580-5F46-4B9E-96F3-8BC023144E54}" dt="2024-09-16T21:07:18.567" v="1163" actId="47"/>
        <pc:sldMkLst>
          <pc:docMk/>
          <pc:sldMk cId="2116645579" sldId="268"/>
        </pc:sldMkLst>
      </pc:sldChg>
      <pc:sldChg chg="del">
        <pc:chgData name="Tom Maurer" userId="63e8d4ad-d51a-484a-93f0-e9b7fcba0e4f" providerId="ADAL" clId="{6DF49580-5F46-4B9E-96F3-8BC023144E54}" dt="2024-09-16T21:07:19.342" v="1164" actId="47"/>
        <pc:sldMkLst>
          <pc:docMk/>
          <pc:sldMk cId="1196798817" sldId="269"/>
        </pc:sldMkLst>
      </pc:sldChg>
      <pc:sldChg chg="del">
        <pc:chgData name="Tom Maurer" userId="63e8d4ad-d51a-484a-93f0-e9b7fcba0e4f" providerId="ADAL" clId="{6DF49580-5F46-4B9E-96F3-8BC023144E54}" dt="2024-09-16T21:07:20.625" v="1165" actId="47"/>
        <pc:sldMkLst>
          <pc:docMk/>
          <pc:sldMk cId="3789918346" sldId="270"/>
        </pc:sldMkLst>
      </pc:sldChg>
      <pc:sldChg chg="del">
        <pc:chgData name="Tom Maurer" userId="63e8d4ad-d51a-484a-93f0-e9b7fcba0e4f" providerId="ADAL" clId="{6DF49580-5F46-4B9E-96F3-8BC023144E54}" dt="2024-09-16T21:07:21.532" v="1166" actId="47"/>
        <pc:sldMkLst>
          <pc:docMk/>
          <pc:sldMk cId="2380442912" sldId="271"/>
        </pc:sldMkLst>
      </pc:sldChg>
      <pc:sldChg chg="del">
        <pc:chgData name="Tom Maurer" userId="63e8d4ad-d51a-484a-93f0-e9b7fcba0e4f" providerId="ADAL" clId="{6DF49580-5F46-4B9E-96F3-8BC023144E54}" dt="2024-09-16T21:07:23.368" v="1168" actId="47"/>
        <pc:sldMkLst>
          <pc:docMk/>
          <pc:sldMk cId="1140322438" sldId="272"/>
        </pc:sldMkLst>
      </pc:sldChg>
      <pc:sldChg chg="addSp delSp modSp mod">
        <pc:chgData name="Tom Maurer" userId="63e8d4ad-d51a-484a-93f0-e9b7fcba0e4f" providerId="ADAL" clId="{6DF49580-5F46-4B9E-96F3-8BC023144E54}" dt="2024-09-16T21:12:08.173" v="1389" actId="14100"/>
        <pc:sldMkLst>
          <pc:docMk/>
          <pc:sldMk cId="1895144742" sldId="273"/>
        </pc:sldMkLst>
        <pc:spChg chg="mod">
          <ac:chgData name="Tom Maurer" userId="63e8d4ad-d51a-484a-93f0-e9b7fcba0e4f" providerId="ADAL" clId="{6DF49580-5F46-4B9E-96F3-8BC023144E54}" dt="2024-09-16T21:05:49.589" v="1106" actId="1076"/>
          <ac:spMkLst>
            <pc:docMk/>
            <pc:sldMk cId="1895144742" sldId="273"/>
            <ac:spMk id="2" creationId="{360BA4C0-5C34-C849-C248-285DC2525EA3}"/>
          </ac:spMkLst>
        </pc:spChg>
        <pc:spChg chg="del">
          <ac:chgData name="Tom Maurer" userId="63e8d4ad-d51a-484a-93f0-e9b7fcba0e4f" providerId="ADAL" clId="{6DF49580-5F46-4B9E-96F3-8BC023144E54}" dt="2024-09-16T21:04:17.129" v="1098" actId="478"/>
          <ac:spMkLst>
            <pc:docMk/>
            <pc:sldMk cId="1895144742" sldId="273"/>
            <ac:spMk id="3" creationId="{5ED6FBCA-0758-3FD1-76E6-01F8E5A606C2}"/>
          </ac:spMkLst>
        </pc:spChg>
        <pc:spChg chg="add del mod">
          <ac:chgData name="Tom Maurer" userId="63e8d4ad-d51a-484a-93f0-e9b7fcba0e4f" providerId="ADAL" clId="{6DF49580-5F46-4B9E-96F3-8BC023144E54}" dt="2024-09-16T21:05:10.317" v="1099" actId="478"/>
          <ac:spMkLst>
            <pc:docMk/>
            <pc:sldMk cId="1895144742" sldId="273"/>
            <ac:spMk id="6" creationId="{73F397EC-AC20-614E-B4BB-37758AFC61DA}"/>
          </ac:spMkLst>
        </pc:spChg>
        <pc:spChg chg="add mod">
          <ac:chgData name="Tom Maurer" userId="63e8d4ad-d51a-484a-93f0-e9b7fcba0e4f" providerId="ADAL" clId="{6DF49580-5F46-4B9E-96F3-8BC023144E54}" dt="2024-09-16T21:07:00.103" v="1161" actId="1076"/>
          <ac:spMkLst>
            <pc:docMk/>
            <pc:sldMk cId="1895144742" sldId="273"/>
            <ac:spMk id="11" creationId="{F67ED1CD-6A4D-6918-D13F-D3FB0CFBD349}"/>
          </ac:spMkLst>
        </pc:spChg>
        <pc:spChg chg="add mod">
          <ac:chgData name="Tom Maurer" userId="63e8d4ad-d51a-484a-93f0-e9b7fcba0e4f" providerId="ADAL" clId="{6DF49580-5F46-4B9E-96F3-8BC023144E54}" dt="2024-09-16T21:06:56.100" v="1160" actId="1076"/>
          <ac:spMkLst>
            <pc:docMk/>
            <pc:sldMk cId="1895144742" sldId="273"/>
            <ac:spMk id="12" creationId="{703AD9BF-6375-5918-A160-C4AB730600EA}"/>
          </ac:spMkLst>
        </pc:spChg>
        <pc:spChg chg="add mod">
          <ac:chgData name="Tom Maurer" userId="63e8d4ad-d51a-484a-93f0-e9b7fcba0e4f" providerId="ADAL" clId="{6DF49580-5F46-4B9E-96F3-8BC023144E54}" dt="2024-09-16T21:07:51.617" v="1172" actId="1076"/>
          <ac:spMkLst>
            <pc:docMk/>
            <pc:sldMk cId="1895144742" sldId="273"/>
            <ac:spMk id="13" creationId="{C950BD2F-5A86-CDD6-13A6-85F8212DB99C}"/>
          </ac:spMkLst>
        </pc:spChg>
        <pc:spChg chg="add mod">
          <ac:chgData name="Tom Maurer" userId="63e8d4ad-d51a-484a-93f0-e9b7fcba0e4f" providerId="ADAL" clId="{6DF49580-5F46-4B9E-96F3-8BC023144E54}" dt="2024-09-16T21:10:50.218" v="1289" actId="1076"/>
          <ac:spMkLst>
            <pc:docMk/>
            <pc:sldMk cId="1895144742" sldId="273"/>
            <ac:spMk id="14" creationId="{C207C079-5AD2-F362-7AC7-D8EAD105B0AC}"/>
          </ac:spMkLst>
        </pc:spChg>
        <pc:spChg chg="add mod">
          <ac:chgData name="Tom Maurer" userId="63e8d4ad-d51a-484a-93f0-e9b7fcba0e4f" providerId="ADAL" clId="{6DF49580-5F46-4B9E-96F3-8BC023144E54}" dt="2024-09-16T21:08:48.857" v="1213" actId="14100"/>
          <ac:spMkLst>
            <pc:docMk/>
            <pc:sldMk cId="1895144742" sldId="273"/>
            <ac:spMk id="17" creationId="{751F2347-BC63-6F92-EB14-67501F293AEC}"/>
          </ac:spMkLst>
        </pc:spChg>
        <pc:spChg chg="add mod">
          <ac:chgData name="Tom Maurer" userId="63e8d4ad-d51a-484a-93f0-e9b7fcba0e4f" providerId="ADAL" clId="{6DF49580-5F46-4B9E-96F3-8BC023144E54}" dt="2024-09-16T21:09:03.256" v="1234" actId="1076"/>
          <ac:spMkLst>
            <pc:docMk/>
            <pc:sldMk cId="1895144742" sldId="273"/>
            <ac:spMk id="18" creationId="{E592D243-6FB0-0AA4-2758-DBB165E85FEA}"/>
          </ac:spMkLst>
        </pc:spChg>
        <pc:spChg chg="add mod">
          <ac:chgData name="Tom Maurer" userId="63e8d4ad-d51a-484a-93f0-e9b7fcba0e4f" providerId="ADAL" clId="{6DF49580-5F46-4B9E-96F3-8BC023144E54}" dt="2024-09-16T21:09:31.378" v="1242" actId="1036"/>
          <ac:spMkLst>
            <pc:docMk/>
            <pc:sldMk cId="1895144742" sldId="273"/>
            <ac:spMk id="26" creationId="{A3C4AD60-8F6F-B7A8-8E56-6A31ED233106}"/>
          </ac:spMkLst>
        </pc:spChg>
        <pc:spChg chg="add mod">
          <ac:chgData name="Tom Maurer" userId="63e8d4ad-d51a-484a-93f0-e9b7fcba0e4f" providerId="ADAL" clId="{6DF49580-5F46-4B9E-96F3-8BC023144E54}" dt="2024-09-16T21:09:38.605" v="1248" actId="1076"/>
          <ac:spMkLst>
            <pc:docMk/>
            <pc:sldMk cId="1895144742" sldId="273"/>
            <ac:spMk id="27" creationId="{D2DE20D7-B393-2467-C2E4-E9761DC53104}"/>
          </ac:spMkLst>
        </pc:spChg>
        <pc:spChg chg="add mod">
          <ac:chgData name="Tom Maurer" userId="63e8d4ad-d51a-484a-93f0-e9b7fcba0e4f" providerId="ADAL" clId="{6DF49580-5F46-4B9E-96F3-8BC023144E54}" dt="2024-09-16T21:10:04.972" v="1255" actId="1076"/>
          <ac:spMkLst>
            <pc:docMk/>
            <pc:sldMk cId="1895144742" sldId="273"/>
            <ac:spMk id="32" creationId="{FB6941EE-1624-DF64-4EE2-D57A9CD0601D}"/>
          </ac:spMkLst>
        </pc:spChg>
        <pc:spChg chg="add mod">
          <ac:chgData name="Tom Maurer" userId="63e8d4ad-d51a-484a-93f0-e9b7fcba0e4f" providerId="ADAL" clId="{6DF49580-5F46-4B9E-96F3-8BC023144E54}" dt="2024-09-16T21:10:36.918" v="1288" actId="1076"/>
          <ac:spMkLst>
            <pc:docMk/>
            <pc:sldMk cId="1895144742" sldId="273"/>
            <ac:spMk id="33" creationId="{9C6C84A6-E9AF-9F87-713A-D4E69CBA7D31}"/>
          </ac:spMkLst>
        </pc:spChg>
        <pc:spChg chg="add mod">
          <ac:chgData name="Tom Maurer" userId="63e8d4ad-d51a-484a-93f0-e9b7fcba0e4f" providerId="ADAL" clId="{6DF49580-5F46-4B9E-96F3-8BC023144E54}" dt="2024-09-16T21:10:58.449" v="1291" actId="1076"/>
          <ac:spMkLst>
            <pc:docMk/>
            <pc:sldMk cId="1895144742" sldId="273"/>
            <ac:spMk id="42" creationId="{BF9DA85A-0BE9-425F-4B41-D2802C9160AD}"/>
          </ac:spMkLst>
        </pc:spChg>
        <pc:spChg chg="add mod">
          <ac:chgData name="Tom Maurer" userId="63e8d4ad-d51a-484a-93f0-e9b7fcba0e4f" providerId="ADAL" clId="{6DF49580-5F46-4B9E-96F3-8BC023144E54}" dt="2024-09-16T21:11:03.922" v="1293" actId="1076"/>
          <ac:spMkLst>
            <pc:docMk/>
            <pc:sldMk cId="1895144742" sldId="273"/>
            <ac:spMk id="43" creationId="{99C54409-DA09-5152-3AB6-E372786614A3}"/>
          </ac:spMkLst>
        </pc:spChg>
        <pc:spChg chg="add mod">
          <ac:chgData name="Tom Maurer" userId="63e8d4ad-d51a-484a-93f0-e9b7fcba0e4f" providerId="ADAL" clId="{6DF49580-5F46-4B9E-96F3-8BC023144E54}" dt="2024-09-16T21:11:27.905" v="1297" actId="14100"/>
          <ac:spMkLst>
            <pc:docMk/>
            <pc:sldMk cId="1895144742" sldId="273"/>
            <ac:spMk id="44" creationId="{E8413411-7181-6B98-028E-5C11DB201F23}"/>
          </ac:spMkLst>
        </pc:spChg>
        <pc:spChg chg="add mod">
          <ac:chgData name="Tom Maurer" userId="63e8d4ad-d51a-484a-93f0-e9b7fcba0e4f" providerId="ADAL" clId="{6DF49580-5F46-4B9E-96F3-8BC023144E54}" dt="2024-09-16T21:11:56.971" v="1385" actId="20577"/>
          <ac:spMkLst>
            <pc:docMk/>
            <pc:sldMk cId="1895144742" sldId="273"/>
            <ac:spMk id="45" creationId="{E88D16F2-0A30-F6F9-BEA8-06FA3C986449}"/>
          </ac:spMkLst>
        </pc:spChg>
        <pc:picChg chg="del">
          <ac:chgData name="Tom Maurer" userId="63e8d4ad-d51a-484a-93f0-e9b7fcba0e4f" providerId="ADAL" clId="{6DF49580-5F46-4B9E-96F3-8BC023144E54}" dt="2024-09-16T21:04:15.099" v="1097" actId="478"/>
          <ac:picMkLst>
            <pc:docMk/>
            <pc:sldMk cId="1895144742" sldId="273"/>
            <ac:picMk id="5" creationId="{9103F080-2EEE-147F-534F-F286A0A8D0F3}"/>
          </ac:picMkLst>
        </pc:picChg>
        <pc:picChg chg="add mod">
          <ac:chgData name="Tom Maurer" userId="63e8d4ad-d51a-484a-93f0-e9b7fcba0e4f" providerId="ADAL" clId="{6DF49580-5F46-4B9E-96F3-8BC023144E54}" dt="2024-09-16T21:07:01.778" v="1162" actId="1076"/>
          <ac:picMkLst>
            <pc:docMk/>
            <pc:sldMk cId="1895144742" sldId="273"/>
            <ac:picMk id="8" creationId="{F9DBD65C-27BF-82D6-5F92-2717959B4344}"/>
          </ac:picMkLst>
        </pc:picChg>
        <pc:picChg chg="add mod">
          <ac:chgData name="Tom Maurer" userId="63e8d4ad-d51a-484a-93f0-e9b7fcba0e4f" providerId="ADAL" clId="{6DF49580-5F46-4B9E-96F3-8BC023144E54}" dt="2024-09-16T21:05:43.479" v="1105" actId="1076"/>
          <ac:picMkLst>
            <pc:docMk/>
            <pc:sldMk cId="1895144742" sldId="273"/>
            <ac:picMk id="10" creationId="{4757480F-32EA-A0CC-0794-B61D491B34A1}"/>
          </ac:picMkLst>
        </pc:picChg>
        <pc:cxnChg chg="add mod">
          <ac:chgData name="Tom Maurer" userId="63e8d4ad-d51a-484a-93f0-e9b7fcba0e4f" providerId="ADAL" clId="{6DF49580-5F46-4B9E-96F3-8BC023144E54}" dt="2024-09-16T21:10:50.218" v="1289" actId="1076"/>
          <ac:cxnSpMkLst>
            <pc:docMk/>
            <pc:sldMk cId="1895144742" sldId="273"/>
            <ac:cxnSpMk id="16" creationId="{D60A53DF-9F0A-CC01-F0D0-C6A33DBC5090}"/>
          </ac:cxnSpMkLst>
        </pc:cxnChg>
        <pc:cxnChg chg="add mod">
          <ac:chgData name="Tom Maurer" userId="63e8d4ad-d51a-484a-93f0-e9b7fcba0e4f" providerId="ADAL" clId="{6DF49580-5F46-4B9E-96F3-8BC023144E54}" dt="2024-09-16T21:09:03.256" v="1234" actId="1076"/>
          <ac:cxnSpMkLst>
            <pc:docMk/>
            <pc:sldMk cId="1895144742" sldId="273"/>
            <ac:cxnSpMk id="19" creationId="{3D5B5253-4051-338D-08D3-5A58B42868A3}"/>
          </ac:cxnSpMkLst>
        </pc:cxnChg>
        <pc:cxnChg chg="add mod">
          <ac:chgData name="Tom Maurer" userId="63e8d4ad-d51a-484a-93f0-e9b7fcba0e4f" providerId="ADAL" clId="{6DF49580-5F46-4B9E-96F3-8BC023144E54}" dt="2024-09-16T21:09:38.605" v="1248" actId="1076"/>
          <ac:cxnSpMkLst>
            <pc:docMk/>
            <pc:sldMk cId="1895144742" sldId="273"/>
            <ac:cxnSpMk id="28" creationId="{47A0BC45-EC7E-BC85-4075-DA0D8082CA8E}"/>
          </ac:cxnSpMkLst>
        </pc:cxnChg>
        <pc:cxnChg chg="add mod">
          <ac:chgData name="Tom Maurer" userId="63e8d4ad-d51a-484a-93f0-e9b7fcba0e4f" providerId="ADAL" clId="{6DF49580-5F46-4B9E-96F3-8BC023144E54}" dt="2024-09-16T21:10:36.918" v="1288" actId="1076"/>
          <ac:cxnSpMkLst>
            <pc:docMk/>
            <pc:sldMk cId="1895144742" sldId="273"/>
            <ac:cxnSpMk id="34" creationId="{4596A26A-3051-209D-EE2B-FFCDC8172E57}"/>
          </ac:cxnSpMkLst>
        </pc:cxnChg>
        <pc:cxnChg chg="add mod">
          <ac:chgData name="Tom Maurer" userId="63e8d4ad-d51a-484a-93f0-e9b7fcba0e4f" providerId="ADAL" clId="{6DF49580-5F46-4B9E-96F3-8BC023144E54}" dt="2024-09-16T21:12:08.173" v="1389" actId="14100"/>
          <ac:cxnSpMkLst>
            <pc:docMk/>
            <pc:sldMk cId="1895144742" sldId="273"/>
            <ac:cxnSpMk id="46" creationId="{A99EEA06-E7B5-00B6-1D5E-4C4E55DC49A6}"/>
          </ac:cxnSpMkLst>
        </pc:cxnChg>
      </pc:sldChg>
      <pc:sldChg chg="addSp delSp modSp new del mod">
        <pc:chgData name="Tom Maurer" userId="63e8d4ad-d51a-484a-93f0-e9b7fcba0e4f" providerId="ADAL" clId="{6DF49580-5F46-4B9E-96F3-8BC023144E54}" dt="2024-09-16T21:13:33.324" v="1635" actId="47"/>
        <pc:sldMkLst>
          <pc:docMk/>
          <pc:sldMk cId="1540964730" sldId="274"/>
        </pc:sldMkLst>
        <pc:spChg chg="del mod">
          <ac:chgData name="Tom Maurer" userId="63e8d4ad-d51a-484a-93f0-e9b7fcba0e4f" providerId="ADAL" clId="{6DF49580-5F46-4B9E-96F3-8BC023144E54}" dt="2024-09-16T21:13:21.915" v="1619" actId="478"/>
          <ac:spMkLst>
            <pc:docMk/>
            <pc:sldMk cId="1540964730" sldId="274"/>
            <ac:spMk id="2" creationId="{98CC1E1F-F530-D383-D9C6-88B7D6503248}"/>
          </ac:spMkLst>
        </pc:spChg>
        <pc:spChg chg="mod">
          <ac:chgData name="Tom Maurer" userId="63e8d4ad-d51a-484a-93f0-e9b7fcba0e4f" providerId="ADAL" clId="{6DF49580-5F46-4B9E-96F3-8BC023144E54}" dt="2024-09-16T21:13:30.497" v="1634" actId="20577"/>
          <ac:spMkLst>
            <pc:docMk/>
            <pc:sldMk cId="1540964730" sldId="274"/>
            <ac:spMk id="3" creationId="{9C4CEC4C-5A8D-94F0-3F53-5DCF30C06767}"/>
          </ac:spMkLst>
        </pc:spChg>
        <pc:spChg chg="add mod">
          <ac:chgData name="Tom Maurer" userId="63e8d4ad-d51a-484a-93f0-e9b7fcba0e4f" providerId="ADAL" clId="{6DF49580-5F46-4B9E-96F3-8BC023144E54}" dt="2024-09-16T21:13:21.915" v="1619" actId="478"/>
          <ac:spMkLst>
            <pc:docMk/>
            <pc:sldMk cId="1540964730" sldId="274"/>
            <ac:spMk id="5" creationId="{E5DC9E87-EA37-D244-F74C-0AE9118AE970}"/>
          </ac:spMkLst>
        </pc:spChg>
      </pc:sldChg>
      <pc:sldChg chg="addSp delSp modSp new mod">
        <pc:chgData name="Tom Maurer" userId="63e8d4ad-d51a-484a-93f0-e9b7fcba0e4f" providerId="ADAL" clId="{6DF49580-5F46-4B9E-96F3-8BC023144E54}" dt="2024-09-16T21:26:44.517" v="2063" actId="1076"/>
        <pc:sldMkLst>
          <pc:docMk/>
          <pc:sldMk cId="1931013693" sldId="274"/>
        </pc:sldMkLst>
        <pc:spChg chg="mod">
          <ac:chgData name="Tom Maurer" userId="63e8d4ad-d51a-484a-93f0-e9b7fcba0e4f" providerId="ADAL" clId="{6DF49580-5F46-4B9E-96F3-8BC023144E54}" dt="2024-09-16T21:20:04.136" v="1654" actId="20577"/>
          <ac:spMkLst>
            <pc:docMk/>
            <pc:sldMk cId="1931013693" sldId="274"/>
            <ac:spMk id="2" creationId="{E98DBA20-F002-F483-7D88-6DAD95FE66E2}"/>
          </ac:spMkLst>
        </pc:spChg>
        <pc:spChg chg="mod">
          <ac:chgData name="Tom Maurer" userId="63e8d4ad-d51a-484a-93f0-e9b7fcba0e4f" providerId="ADAL" clId="{6DF49580-5F46-4B9E-96F3-8BC023144E54}" dt="2024-09-16T21:24:22.813" v="2041" actId="20577"/>
          <ac:spMkLst>
            <pc:docMk/>
            <pc:sldMk cId="1931013693" sldId="274"/>
            <ac:spMk id="3" creationId="{4BA2AB40-8944-647D-F8DB-3C1FE5ED0447}"/>
          </ac:spMkLst>
        </pc:spChg>
        <pc:picChg chg="add del mod">
          <ac:chgData name="Tom Maurer" userId="63e8d4ad-d51a-484a-93f0-e9b7fcba0e4f" providerId="ADAL" clId="{6DF49580-5F46-4B9E-96F3-8BC023144E54}" dt="2024-09-16T21:21:30.280" v="1770" actId="478"/>
          <ac:picMkLst>
            <pc:docMk/>
            <pc:sldMk cId="1931013693" sldId="274"/>
            <ac:picMk id="5" creationId="{705094F6-347B-712B-7469-48A7445C4305}"/>
          </ac:picMkLst>
        </pc:picChg>
        <pc:picChg chg="add del mod">
          <ac:chgData name="Tom Maurer" userId="63e8d4ad-d51a-484a-93f0-e9b7fcba0e4f" providerId="ADAL" clId="{6DF49580-5F46-4B9E-96F3-8BC023144E54}" dt="2024-09-16T21:24:30.880" v="2045" actId="478"/>
          <ac:picMkLst>
            <pc:docMk/>
            <pc:sldMk cId="1931013693" sldId="274"/>
            <ac:picMk id="7" creationId="{DD82B8AE-39B4-6104-92E7-431F37B41270}"/>
          </ac:picMkLst>
        </pc:picChg>
        <pc:picChg chg="add del mod">
          <ac:chgData name="Tom Maurer" userId="63e8d4ad-d51a-484a-93f0-e9b7fcba0e4f" providerId="ADAL" clId="{6DF49580-5F46-4B9E-96F3-8BC023144E54}" dt="2024-09-16T21:25:48.492" v="2055" actId="478"/>
          <ac:picMkLst>
            <pc:docMk/>
            <pc:sldMk cId="1931013693" sldId="274"/>
            <ac:picMk id="9" creationId="{D03A0854-6B86-D847-B2FD-04D79A9FB8A1}"/>
          </ac:picMkLst>
        </pc:picChg>
        <pc:picChg chg="add del mod">
          <ac:chgData name="Tom Maurer" userId="63e8d4ad-d51a-484a-93f0-e9b7fcba0e4f" providerId="ADAL" clId="{6DF49580-5F46-4B9E-96F3-8BC023144E54}" dt="2024-09-16T21:25:58.478" v="2057" actId="478"/>
          <ac:picMkLst>
            <pc:docMk/>
            <pc:sldMk cId="1931013693" sldId="274"/>
            <ac:picMk id="11" creationId="{6EA605F9-3897-FCD5-D506-8A39D2FF1C88}"/>
          </ac:picMkLst>
        </pc:picChg>
        <pc:picChg chg="add mod">
          <ac:chgData name="Tom Maurer" userId="63e8d4ad-d51a-484a-93f0-e9b7fcba0e4f" providerId="ADAL" clId="{6DF49580-5F46-4B9E-96F3-8BC023144E54}" dt="2024-09-16T21:26:02.959" v="2059" actId="1076"/>
          <ac:picMkLst>
            <pc:docMk/>
            <pc:sldMk cId="1931013693" sldId="274"/>
            <ac:picMk id="13" creationId="{6F7BC1FF-6F0B-025C-FE52-7A70C9AF4B17}"/>
          </ac:picMkLst>
        </pc:picChg>
        <pc:picChg chg="add mod">
          <ac:chgData name="Tom Maurer" userId="63e8d4ad-d51a-484a-93f0-e9b7fcba0e4f" providerId="ADAL" clId="{6DF49580-5F46-4B9E-96F3-8BC023144E54}" dt="2024-09-16T21:26:44.517" v="2063" actId="1076"/>
          <ac:picMkLst>
            <pc:docMk/>
            <pc:sldMk cId="1931013693" sldId="274"/>
            <ac:picMk id="15" creationId="{B2E8A916-B278-E18D-74A2-80FB10EE7E6C}"/>
          </ac:picMkLst>
        </pc:picChg>
      </pc:sldChg>
      <pc:sldChg chg="del">
        <pc:chgData name="Tom Maurer" userId="63e8d4ad-d51a-484a-93f0-e9b7fcba0e4f" providerId="ADAL" clId="{6DF49580-5F46-4B9E-96F3-8BC023144E54}" dt="2024-09-16T20:51:21.982" v="12" actId="47"/>
        <pc:sldMkLst>
          <pc:docMk/>
          <pc:sldMk cId="4142453992" sldId="274"/>
        </pc:sldMkLst>
      </pc:sldChg>
      <pc:sldChg chg="delSp modSp add del mod setBg delDesignElem modNotesTx">
        <pc:chgData name="Tom Maurer" userId="63e8d4ad-d51a-484a-93f0-e9b7fcba0e4f" providerId="ADAL" clId="{6DF49580-5F46-4B9E-96F3-8BC023144E54}" dt="2024-09-23T22:14:55.365" v="2264" actId="47"/>
        <pc:sldMkLst>
          <pc:docMk/>
          <pc:sldMk cId="185633295" sldId="275"/>
        </pc:sldMkLst>
        <pc:spChg chg="mod">
          <ac:chgData name="Tom Maurer" userId="63e8d4ad-d51a-484a-93f0-e9b7fcba0e4f" providerId="ADAL" clId="{6DF49580-5F46-4B9E-96F3-8BC023144E54}" dt="2024-09-23T22:14:43.380" v="2262" actId="20577"/>
          <ac:spMkLst>
            <pc:docMk/>
            <pc:sldMk cId="185633295" sldId="275"/>
            <ac:spMk id="2" creationId="{AF30C6E5-7800-E2E2-1265-BA9366E54E3A}"/>
          </ac:spMkLst>
        </pc:spChg>
        <pc:spChg chg="del">
          <ac:chgData name="Tom Maurer" userId="63e8d4ad-d51a-484a-93f0-e9b7fcba0e4f" providerId="ADAL" clId="{6DF49580-5F46-4B9E-96F3-8BC023144E54}" dt="2024-09-23T22:14:38.478" v="2243"/>
          <ac:spMkLst>
            <pc:docMk/>
            <pc:sldMk cId="185633295" sldId="275"/>
            <ac:spMk id="11" creationId="{1653AB08-C531-42A8-AA8D-C2ABAE87CCE6}"/>
          </ac:spMkLst>
        </pc:spChg>
        <pc:spChg chg="del">
          <ac:chgData name="Tom Maurer" userId="63e8d4ad-d51a-484a-93f0-e9b7fcba0e4f" providerId="ADAL" clId="{6DF49580-5F46-4B9E-96F3-8BC023144E54}" dt="2024-09-23T22:14:38.478" v="2243"/>
          <ac:spMkLst>
            <pc:docMk/>
            <pc:sldMk cId="185633295" sldId="275"/>
            <ac:spMk id="17" creationId="{CED2641B-4430-4CF4-89AB-3FADDD630F25}"/>
          </ac:spMkLst>
        </pc:spChg>
        <pc:spChg chg="del">
          <ac:chgData name="Tom Maurer" userId="63e8d4ad-d51a-484a-93f0-e9b7fcba0e4f" providerId="ADAL" clId="{6DF49580-5F46-4B9E-96F3-8BC023144E54}" dt="2024-09-23T22:14:38.478" v="2243"/>
          <ac:spMkLst>
            <pc:docMk/>
            <pc:sldMk cId="185633295" sldId="275"/>
            <ac:spMk id="19" creationId="{2B731151-418C-4F0C-BFEC-3E68137FF0E5}"/>
          </ac:spMkLst>
        </pc:spChg>
        <pc:spChg chg="del">
          <ac:chgData name="Tom Maurer" userId="63e8d4ad-d51a-484a-93f0-e9b7fcba0e4f" providerId="ADAL" clId="{6DF49580-5F46-4B9E-96F3-8BC023144E54}" dt="2024-09-23T22:14:38.478" v="2243"/>
          <ac:spMkLst>
            <pc:docMk/>
            <pc:sldMk cId="185633295" sldId="275"/>
            <ac:spMk id="21" creationId="{41D25EAF-C5BE-4B57-A0E1-BA35B7C83F54}"/>
          </ac:spMkLst>
        </pc:spChg>
        <pc:picChg chg="del">
          <ac:chgData name="Tom Maurer" userId="63e8d4ad-d51a-484a-93f0-e9b7fcba0e4f" providerId="ADAL" clId="{6DF49580-5F46-4B9E-96F3-8BC023144E54}" dt="2024-09-23T22:14:38.478" v="2243"/>
          <ac:picMkLst>
            <pc:docMk/>
            <pc:sldMk cId="185633295" sldId="275"/>
            <ac:picMk id="7" creationId="{5D2D844C-AB64-4A03-80BE-33212E61DD07}"/>
          </ac:picMkLst>
        </pc:picChg>
        <pc:picChg chg="del">
          <ac:chgData name="Tom Maurer" userId="63e8d4ad-d51a-484a-93f0-e9b7fcba0e4f" providerId="ADAL" clId="{6DF49580-5F46-4B9E-96F3-8BC023144E54}" dt="2024-09-23T22:14:38.478" v="2243"/>
          <ac:picMkLst>
            <pc:docMk/>
            <pc:sldMk cId="185633295" sldId="275"/>
            <ac:picMk id="9" creationId="{CAAD0E9B-89C2-4268-98B4-BA7BFFF2C705}"/>
          </ac:picMkLst>
        </pc:picChg>
        <pc:picChg chg="del">
          <ac:chgData name="Tom Maurer" userId="63e8d4ad-d51a-484a-93f0-e9b7fcba0e4f" providerId="ADAL" clId="{6DF49580-5F46-4B9E-96F3-8BC023144E54}" dt="2024-09-23T22:14:38.478" v="2243"/>
          <ac:picMkLst>
            <pc:docMk/>
            <pc:sldMk cId="185633295" sldId="275"/>
            <ac:picMk id="13" creationId="{72E47EEC-33C8-4EC3-8BFC-BB02B4171FDA}"/>
          </ac:picMkLst>
        </pc:picChg>
        <pc:picChg chg="del">
          <ac:chgData name="Tom Maurer" userId="63e8d4ad-d51a-484a-93f0-e9b7fcba0e4f" providerId="ADAL" clId="{6DF49580-5F46-4B9E-96F3-8BC023144E54}" dt="2024-09-23T22:14:38.478" v="2243"/>
          <ac:picMkLst>
            <pc:docMk/>
            <pc:sldMk cId="185633295" sldId="275"/>
            <ac:picMk id="15" creationId="{A8BC9CC6-50D5-4C61-9EDE-315A1B5F14E4}"/>
          </ac:picMkLst>
        </pc:picChg>
      </pc:sldChg>
      <pc:sldChg chg="del">
        <pc:chgData name="Tom Maurer" userId="63e8d4ad-d51a-484a-93f0-e9b7fcba0e4f" providerId="ADAL" clId="{6DF49580-5F46-4B9E-96F3-8BC023144E54}" dt="2024-09-16T20:51:20.991" v="11" actId="47"/>
        <pc:sldMkLst>
          <pc:docMk/>
          <pc:sldMk cId="833373771" sldId="275"/>
        </pc:sldMkLst>
      </pc:sldChg>
    </pc:docChg>
  </pc:docChgLst>
  <pc:docChgLst>
    <pc:chgData name="Tom Maurer" userId="63e8d4ad-d51a-484a-93f0-e9b7fcba0e4f" providerId="ADAL" clId="{028F2F38-132A-4975-8697-C24D68858CB3}"/>
    <pc:docChg chg="undo custSel addSld delSld modSld">
      <pc:chgData name="Tom Maurer" userId="63e8d4ad-d51a-484a-93f0-e9b7fcba0e4f" providerId="ADAL" clId="{028F2F38-132A-4975-8697-C24D68858CB3}" dt="2024-09-05T15:39:59.257" v="1509" actId="20577"/>
      <pc:docMkLst>
        <pc:docMk/>
      </pc:docMkLst>
      <pc:sldChg chg="modSp mod">
        <pc:chgData name="Tom Maurer" userId="63e8d4ad-d51a-484a-93f0-e9b7fcba0e4f" providerId="ADAL" clId="{028F2F38-132A-4975-8697-C24D68858CB3}" dt="2024-09-05T14:50:20.192" v="1" actId="20577"/>
        <pc:sldMkLst>
          <pc:docMk/>
          <pc:sldMk cId="1330967993" sldId="256"/>
        </pc:sldMkLst>
        <pc:spChg chg="mod">
          <ac:chgData name="Tom Maurer" userId="63e8d4ad-d51a-484a-93f0-e9b7fcba0e4f" providerId="ADAL" clId="{028F2F38-132A-4975-8697-C24D68858CB3}" dt="2024-09-05T14:50:20.192" v="1" actId="20577"/>
          <ac:spMkLst>
            <pc:docMk/>
            <pc:sldMk cId="1330967993" sldId="256"/>
            <ac:spMk id="2" creationId="{31233B63-26CE-A171-AA3C-D22BCC026A82}"/>
          </ac:spMkLst>
        </pc:spChg>
      </pc:sldChg>
      <pc:sldChg chg="modSp del mod">
        <pc:chgData name="Tom Maurer" userId="63e8d4ad-d51a-484a-93f0-e9b7fcba0e4f" providerId="ADAL" clId="{028F2F38-132A-4975-8697-C24D68858CB3}" dt="2024-09-05T14:50:35.266" v="3" actId="47"/>
        <pc:sldMkLst>
          <pc:docMk/>
          <pc:sldMk cId="323330893" sldId="257"/>
        </pc:sldMkLst>
        <pc:spChg chg="mod">
          <ac:chgData name="Tom Maurer" userId="63e8d4ad-d51a-484a-93f0-e9b7fcba0e4f" providerId="ADAL" clId="{028F2F38-132A-4975-8697-C24D68858CB3}" dt="2024-09-05T14:50:33.331" v="2" actId="20577"/>
          <ac:spMkLst>
            <pc:docMk/>
            <pc:sldMk cId="323330893" sldId="257"/>
            <ac:spMk id="27" creationId="{DFB90E10-C5C0-3D61-7A10-BA87FE9A79A1}"/>
          </ac:spMkLst>
        </pc:spChg>
      </pc:sldChg>
      <pc:sldChg chg="addSp delSp modSp mod">
        <pc:chgData name="Tom Maurer" userId="63e8d4ad-d51a-484a-93f0-e9b7fcba0e4f" providerId="ADAL" clId="{028F2F38-132A-4975-8697-C24D68858CB3}" dt="2024-09-05T15:01:10.134" v="661" actId="122"/>
        <pc:sldMkLst>
          <pc:docMk/>
          <pc:sldMk cId="1679553109" sldId="261"/>
        </pc:sldMkLst>
        <pc:spChg chg="mod">
          <ac:chgData name="Tom Maurer" userId="63e8d4ad-d51a-484a-93f0-e9b7fcba0e4f" providerId="ADAL" clId="{028F2F38-132A-4975-8697-C24D68858CB3}" dt="2024-09-05T14:57:47.529" v="221" actId="20577"/>
          <ac:spMkLst>
            <pc:docMk/>
            <pc:sldMk cId="1679553109" sldId="261"/>
            <ac:spMk id="2" creationId="{6E0822F7-2E55-734C-F241-A924D662A3B6}"/>
          </ac:spMkLst>
        </pc:spChg>
        <pc:spChg chg="add mod">
          <ac:chgData name="Tom Maurer" userId="63e8d4ad-d51a-484a-93f0-e9b7fcba0e4f" providerId="ADAL" clId="{028F2F38-132A-4975-8697-C24D68858CB3}" dt="2024-09-05T15:00:19.313" v="641" actId="1076"/>
          <ac:spMkLst>
            <pc:docMk/>
            <pc:sldMk cId="1679553109" sldId="261"/>
            <ac:spMk id="3" creationId="{C5E72B8D-23D6-3FC4-8010-CD2BB7F00644}"/>
          </ac:spMkLst>
        </pc:spChg>
        <pc:spChg chg="add mod">
          <ac:chgData name="Tom Maurer" userId="63e8d4ad-d51a-484a-93f0-e9b7fcba0e4f" providerId="ADAL" clId="{028F2F38-132A-4975-8697-C24D68858CB3}" dt="2024-09-05T15:00:59.981" v="659" actId="122"/>
          <ac:spMkLst>
            <pc:docMk/>
            <pc:sldMk cId="1679553109" sldId="261"/>
            <ac:spMk id="4" creationId="{E13BF161-CC87-D20C-4565-990B8DBA56B5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6" creationId="{52823A96-FBF4-4BE3-8C16-EBE2A5B4D1DB}"/>
          </ac:spMkLst>
        </pc:spChg>
        <pc:spChg chg="add mod">
          <ac:chgData name="Tom Maurer" userId="63e8d4ad-d51a-484a-93f0-e9b7fcba0e4f" providerId="ADAL" clId="{028F2F38-132A-4975-8697-C24D68858CB3}" dt="2024-09-05T15:01:10.134" v="661" actId="122"/>
          <ac:spMkLst>
            <pc:docMk/>
            <pc:sldMk cId="1679553109" sldId="261"/>
            <ac:spMk id="7" creationId="{49C0300A-EF67-82D8-67FC-B10FC0AC8BB2}"/>
          </ac:spMkLst>
        </pc:spChg>
        <pc:spChg chg="del mod">
          <ac:chgData name="Tom Maurer" userId="63e8d4ad-d51a-484a-93f0-e9b7fcba0e4f" providerId="ADAL" clId="{028F2F38-132A-4975-8697-C24D68858CB3}" dt="2024-09-05T14:53:17.931" v="15" actId="478"/>
          <ac:spMkLst>
            <pc:docMk/>
            <pc:sldMk cId="1679553109" sldId="261"/>
            <ac:spMk id="10" creationId="{BB4E29D2-C0C0-D60C-6457-DD3D433DE54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1" creationId="{2F363A43-113D-8CFC-A563-4EABCA048737}"/>
          </ac:spMkLst>
        </pc:spChg>
        <pc:spChg chg="del">
          <ac:chgData name="Tom Maurer" userId="63e8d4ad-d51a-484a-93f0-e9b7fcba0e4f" providerId="ADAL" clId="{028F2F38-132A-4975-8697-C24D68858CB3}" dt="2024-09-05T14:53:09.597" v="11" actId="478"/>
          <ac:spMkLst>
            <pc:docMk/>
            <pc:sldMk cId="1679553109" sldId="261"/>
            <ac:spMk id="16" creationId="{4AA578E5-5DE5-4E32-DDCA-C9E85C6C48DA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18" creationId="{319D36AA-A3CF-B238-CF35-B13DDBB78A62}"/>
          </ac:spMkLst>
        </pc:spChg>
        <pc:spChg chg="del">
          <ac:chgData name="Tom Maurer" userId="63e8d4ad-d51a-484a-93f0-e9b7fcba0e4f" providerId="ADAL" clId="{028F2F38-132A-4975-8697-C24D68858CB3}" dt="2024-09-05T14:53:14.326" v="13" actId="478"/>
          <ac:spMkLst>
            <pc:docMk/>
            <pc:sldMk cId="1679553109" sldId="261"/>
            <ac:spMk id="24" creationId="{3ED0E233-9DF0-BB73-9C12-A8F6CC4BC768}"/>
          </ac:spMkLst>
        </pc:spChg>
        <pc:picChg chg="del">
          <ac:chgData name="Tom Maurer" userId="63e8d4ad-d51a-484a-93f0-e9b7fcba0e4f" providerId="ADAL" clId="{028F2F38-132A-4975-8697-C24D68858CB3}" dt="2024-09-05T14:53:14.326" v="13" actId="478"/>
          <ac:picMkLst>
            <pc:docMk/>
            <pc:sldMk cId="1679553109" sldId="261"/>
            <ac:picMk id="5" creationId="{A5F7F69C-A809-AE66-8336-5D66C6417C4B}"/>
          </ac:picMkLst>
        </pc:pic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8" creationId="{11D6C71B-3F8D-78AD-542C-C420E73F835A}"/>
          </ac:cxnSpMkLst>
        </pc:cxnChg>
        <pc:cxnChg chg="del mod">
          <ac:chgData name="Tom Maurer" userId="63e8d4ad-d51a-484a-93f0-e9b7fcba0e4f" providerId="ADAL" clId="{028F2F38-132A-4975-8697-C24D68858CB3}" dt="2024-09-05T14:53:11.432" v="12" actId="478"/>
          <ac:cxnSpMkLst>
            <pc:docMk/>
            <pc:sldMk cId="1679553109" sldId="261"/>
            <ac:cxnSpMk id="12" creationId="{E36FF68C-8224-7205-986B-EA0FDFE14726}"/>
          </ac:cxnSpMkLst>
        </pc:cxnChg>
        <pc:cxnChg chg="del mod">
          <ac:chgData name="Tom Maurer" userId="63e8d4ad-d51a-484a-93f0-e9b7fcba0e4f" providerId="ADAL" clId="{028F2F38-132A-4975-8697-C24D68858CB3}" dt="2024-09-05T14:53:14.326" v="13" actId="478"/>
          <ac:cxnSpMkLst>
            <pc:docMk/>
            <pc:sldMk cId="1679553109" sldId="261"/>
            <ac:cxnSpMk id="19" creationId="{C32B9307-593F-3844-FA0B-DE7703860FF0}"/>
          </ac:cxnSpMkLst>
        </pc:cxnChg>
      </pc:sldChg>
      <pc:sldChg chg="addSp delSp modSp mod setBg setClrOvrMap">
        <pc:chgData name="Tom Maurer" userId="63e8d4ad-d51a-484a-93f0-e9b7fcba0e4f" providerId="ADAL" clId="{028F2F38-132A-4975-8697-C24D68858CB3}" dt="2024-09-05T15:10:48.927" v="876" actId="1036"/>
        <pc:sldMkLst>
          <pc:docMk/>
          <pc:sldMk cId="2194712446" sldId="262"/>
        </pc:sldMkLst>
        <pc:spChg chg="del">
          <ac:chgData name="Tom Maurer" userId="63e8d4ad-d51a-484a-93f0-e9b7fcba0e4f" providerId="ADAL" clId="{028F2F38-132A-4975-8697-C24D68858CB3}" dt="2024-09-05T14:53:24.244" v="16" actId="478"/>
          <ac:spMkLst>
            <pc:docMk/>
            <pc:sldMk cId="2194712446" sldId="262"/>
            <ac:spMk id="2" creationId="{6E0822F7-2E55-734C-F241-A924D662A3B6}"/>
          </ac:spMkLst>
        </pc:spChg>
        <pc:spChg chg="del">
          <ac:chgData name="Tom Maurer" userId="63e8d4ad-d51a-484a-93f0-e9b7fcba0e4f" providerId="ADAL" clId="{028F2F38-132A-4975-8697-C24D68858CB3}" dt="2024-09-05T14:53:28.676" v="17" actId="478"/>
          <ac:spMkLst>
            <pc:docMk/>
            <pc:sldMk cId="2194712446" sldId="262"/>
            <ac:spMk id="3" creationId="{61DAA013-88AE-1D83-B18E-68C101614659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5" creationId="{1F76494F-375A-E059-765F-5AAA24B4F9D6}"/>
          </ac:spMkLst>
        </pc:spChg>
        <pc:spChg chg="add mo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6" creationId="{0361B96A-A385-66FB-0B9F-0FA2D5D21542}"/>
          </ac:spMkLst>
        </pc:spChg>
        <pc:spChg chg="add mod">
          <ac:chgData name="Tom Maurer" userId="63e8d4ad-d51a-484a-93f0-e9b7fcba0e4f" providerId="ADAL" clId="{028F2F38-132A-4975-8697-C24D68858CB3}" dt="2024-09-05T15:10:48.927" v="876" actId="1036"/>
          <ac:spMkLst>
            <pc:docMk/>
            <pc:sldMk cId="2194712446" sldId="262"/>
            <ac:spMk id="9" creationId="{4646B0F0-BAB7-E798-134A-4A6474014A73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17" creationId="{052BEFF1-896C-45B1-B02C-96A6A1BC389A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0" creationId="{BB237A14-61B1-4C00-A670-5D8D68A8668E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1" creationId="{8598F259-6F54-47A3-8D13-1603D786A328}"/>
          </ac:spMkLst>
        </pc:spChg>
        <pc:spChg chg="del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2" creationId="{0BA768A8-4FED-4ED8-9E46-6BE72188ECD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7" creationId="{AD488FAE-8A33-44D2-922D-E1A7E147D9DE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29" creationId="{D1A684E7-FC3D-4F0E-9F70-C69B3BEFCA2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1" creationId="{E284F65F-D81D-4196-A4FB-F1C7EAC55532}"/>
          </ac:spMkLst>
        </pc:spChg>
        <pc:spChg chg="add">
          <ac:chgData name="Tom Maurer" userId="63e8d4ad-d51a-484a-93f0-e9b7fcba0e4f" providerId="ADAL" clId="{028F2F38-132A-4975-8697-C24D68858CB3}" dt="2024-09-05T15:10:30.251" v="869" actId="26606"/>
          <ac:spMkLst>
            <pc:docMk/>
            <pc:sldMk cId="2194712446" sldId="262"/>
            <ac:spMk id="33" creationId="{FE0E41EA-15C8-4C96-84B8-F9BBB96B5035}"/>
          </ac:spMkLst>
        </pc:spChg>
        <pc:picChg chg="add mod">
          <ac:chgData name="Tom Maurer" userId="63e8d4ad-d51a-484a-93f0-e9b7fcba0e4f" providerId="ADAL" clId="{028F2F38-132A-4975-8697-C24D68858CB3}" dt="2024-09-05T15:10:33.553" v="870" actId="1076"/>
          <ac:picMkLst>
            <pc:docMk/>
            <pc:sldMk cId="2194712446" sldId="262"/>
            <ac:picMk id="8" creationId="{54505E1F-BC03-9CB8-4CC9-BEC219B598F8}"/>
          </ac:picMkLst>
        </pc:picChg>
      </pc:sldChg>
      <pc:sldChg chg="addSp delSp modSp mod">
        <pc:chgData name="Tom Maurer" userId="63e8d4ad-d51a-484a-93f0-e9b7fcba0e4f" providerId="ADAL" clId="{028F2F38-132A-4975-8697-C24D68858CB3}" dt="2024-09-05T15:28:54.010" v="1161" actId="478"/>
        <pc:sldMkLst>
          <pc:docMk/>
          <pc:sldMk cId="1217833227" sldId="263"/>
        </pc:sldMkLst>
        <pc:spChg chg="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2" creationId="{E5B5C4F0-8297-1AA0-55CF-03DE58944232}"/>
          </ac:spMkLst>
        </pc:spChg>
        <pc:spChg chg="add mo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" creationId="{01BF52CC-D3A2-17FB-A5AF-97FC2526AB36}"/>
          </ac:spMkLst>
        </pc:spChg>
        <pc:spChg chg="del">
          <ac:chgData name="Tom Maurer" userId="63e8d4ad-d51a-484a-93f0-e9b7fcba0e4f" providerId="ADAL" clId="{028F2F38-132A-4975-8697-C24D68858CB3}" dt="2024-09-05T14:53:33.641" v="19" actId="478"/>
          <ac:spMkLst>
            <pc:docMk/>
            <pc:sldMk cId="1217833227" sldId="263"/>
            <ac:spMk id="8" creationId="{5AD6E78B-F88D-9B66-7960-D3C15541ECA5}"/>
          </ac:spMkLst>
        </pc:spChg>
        <pc:spChg chg="del">
          <ac:chgData name="Tom Maurer" userId="63e8d4ad-d51a-484a-93f0-e9b7fcba0e4f" providerId="ADAL" clId="{028F2F38-132A-4975-8697-C24D68858CB3}" dt="2024-09-05T14:53:35.608" v="20" actId="478"/>
          <ac:spMkLst>
            <pc:docMk/>
            <pc:sldMk cId="1217833227" sldId="263"/>
            <ac:spMk id="9" creationId="{1413D02C-3D9E-1FA5-ECC6-B98189033641}"/>
          </ac:spMkLst>
        </pc:spChg>
        <pc:spChg chg="add del mod ord">
          <ac:chgData name="Tom Maurer" userId="63e8d4ad-d51a-484a-93f0-e9b7fcba0e4f" providerId="ADAL" clId="{028F2F38-132A-4975-8697-C24D68858CB3}" dt="2024-09-05T15:28:54.010" v="1161" actId="478"/>
          <ac:spMkLst>
            <pc:docMk/>
            <pc:sldMk cId="1217833227" sldId="263"/>
            <ac:spMk id="11" creationId="{C10D2DC5-383B-C35A-C43B-735BC0F6832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16" creationId="{B9C04DC5-313B-4FE4-B868-5672A376419F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2" creationId="{329FDD08-42D8-4AFF-90E5-5DAA5BC4CBD8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4" creationId="{C9583823-2AA3-46EB-A803-287EC900BC41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6" creationId="{CA87D9D8-42FB-4157-A365-AD97CC6BAFEC}"/>
          </ac:spMkLst>
        </pc:spChg>
        <pc:spChg chg="del">
          <ac:chgData name="Tom Maurer" userId="63e8d4ad-d51a-484a-93f0-e9b7fcba0e4f" providerId="ADAL" clId="{028F2F38-132A-4975-8697-C24D68858CB3}" dt="2024-09-05T15:17:52.801" v="1135" actId="26606"/>
          <ac:spMkLst>
            <pc:docMk/>
            <pc:sldMk cId="1217833227" sldId="263"/>
            <ac:spMk id="28" creationId="{2E6028E3-4806-4E1D-A24F-F8166F67F411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3" creationId="{AD488FAE-8A33-44D2-922D-E1A7E147D9DE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5" creationId="{D1A684E7-FC3D-4F0E-9F70-C69B3BEFCA2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7" creationId="{E284F65F-D81D-4196-A4FB-F1C7EAC55532}"/>
          </ac:spMkLst>
        </pc:spChg>
        <pc:spChg chg="add del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39" creationId="{FE0E41EA-15C8-4C96-84B8-F9BBB96B5035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4" creationId="{CE19B044-213B-4670-997D-10A1AF25635E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6" creationId="{4D0C6EAC-4CF1-4405-BB7A-D6E48E7DEB37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48" creationId="{2EF858D7-84ED-4C7D-B0EB-77866DA2D9FD}"/>
          </ac:spMkLst>
        </pc:spChg>
        <pc:spChg chg="add">
          <ac:chgData name="Tom Maurer" userId="63e8d4ad-d51a-484a-93f0-e9b7fcba0e4f" providerId="ADAL" clId="{028F2F38-132A-4975-8697-C24D68858CB3}" dt="2024-09-05T15:19:43.635" v="1139" actId="26606"/>
          <ac:spMkLst>
            <pc:docMk/>
            <pc:sldMk cId="1217833227" sldId="263"/>
            <ac:spMk id="50" creationId="{DD88D366-AA6E-40A4-A229-24A7DC2CCCB6}"/>
          </ac:spMkLst>
        </pc:spChg>
        <pc:picChg chg="add del mod">
          <ac:chgData name="Tom Maurer" userId="63e8d4ad-d51a-484a-93f0-e9b7fcba0e4f" providerId="ADAL" clId="{028F2F38-132A-4975-8697-C24D68858CB3}" dt="2024-09-05T15:28:29.632" v="1152" actId="478"/>
          <ac:picMkLst>
            <pc:docMk/>
            <pc:sldMk cId="1217833227" sldId="263"/>
            <ac:picMk id="5" creationId="{7743D9D3-880B-1E58-F21C-4130106DC35E}"/>
          </ac:picMkLst>
        </pc:picChg>
        <pc:picChg chg="del">
          <ac:chgData name="Tom Maurer" userId="63e8d4ad-d51a-484a-93f0-e9b7fcba0e4f" providerId="ADAL" clId="{028F2F38-132A-4975-8697-C24D68858CB3}" dt="2024-09-05T14:53:31.335" v="18" actId="478"/>
          <ac:picMkLst>
            <pc:docMk/>
            <pc:sldMk cId="1217833227" sldId="263"/>
            <ac:picMk id="7" creationId="{4EC23501-945A-1ACB-1C0D-DDC01D02FC3B}"/>
          </ac:picMkLst>
        </pc:picChg>
        <pc:picChg chg="add mod ord">
          <ac:chgData name="Tom Maurer" userId="63e8d4ad-d51a-484a-93f0-e9b7fcba0e4f" providerId="ADAL" clId="{028F2F38-132A-4975-8697-C24D68858CB3}" dt="2024-09-05T15:19:46.624" v="1140" actId="1076"/>
          <ac:picMkLst>
            <pc:docMk/>
            <pc:sldMk cId="1217833227" sldId="263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2" creationId="{7594FC8B-8CD2-407F-94F1-9C71F5AEC2B6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4" creationId="{DBABC971-8D40-4A4F-AC60-28B9172789B9}"/>
          </ac:picMkLst>
        </pc:picChg>
        <pc:picChg chg="add mod ord">
          <ac:chgData name="Tom Maurer" userId="63e8d4ad-d51a-484a-93f0-e9b7fcba0e4f" providerId="ADAL" clId="{028F2F38-132A-4975-8697-C24D68858CB3}" dt="2024-09-05T15:28:50.489" v="1160" actId="1076"/>
          <ac:picMkLst>
            <pc:docMk/>
            <pc:sldMk cId="1217833227" sldId="263"/>
            <ac:picMk id="15" creationId="{E33C97D7-DF95-E522-448C-089F0E46DF97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18" creationId="{791AE23E-90C9-4963-96E2-8DADBFC3BC09}"/>
          </ac:picMkLst>
        </pc:picChg>
        <pc:picChg chg="del">
          <ac:chgData name="Tom Maurer" userId="63e8d4ad-d51a-484a-93f0-e9b7fcba0e4f" providerId="ADAL" clId="{028F2F38-132A-4975-8697-C24D68858CB3}" dt="2024-09-05T15:17:52.801" v="1135" actId="26606"/>
          <ac:picMkLst>
            <pc:docMk/>
            <pc:sldMk cId="1217833227" sldId="263"/>
            <ac:picMk id="20" creationId="{C5F93E90-4379-4AAC-B021-E5FA6D974AED}"/>
          </ac:picMkLst>
        </pc:picChg>
      </pc:sldChg>
      <pc:sldChg chg="addSp delSp add del setBg delDesignElem">
        <pc:chgData name="Tom Maurer" userId="63e8d4ad-d51a-484a-93f0-e9b7fcba0e4f" providerId="ADAL" clId="{028F2F38-132A-4975-8697-C24D68858CB3}" dt="2024-09-05T15:29:07.887" v="1166"/>
        <pc:sldMkLst>
          <pc:docMk/>
          <pc:sldMk cId="537995467" sldId="264"/>
        </pc:sldMkLst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4" creationId="{CE19B044-213B-4670-997D-10A1AF25635E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6" creationId="{4D0C6EAC-4CF1-4405-BB7A-D6E48E7DEB37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48" creationId="{2EF858D7-84ED-4C7D-B0EB-77866DA2D9FD}"/>
          </ac:spMkLst>
        </pc:spChg>
        <pc:spChg chg="add del">
          <ac:chgData name="Tom Maurer" userId="63e8d4ad-d51a-484a-93f0-e9b7fcba0e4f" providerId="ADAL" clId="{028F2F38-132A-4975-8697-C24D68858CB3}" dt="2024-09-05T15:29:07.887" v="1166"/>
          <ac:spMkLst>
            <pc:docMk/>
            <pc:sldMk cId="537995467" sldId="264"/>
            <ac:spMk id="50" creationId="{DD88D366-AA6E-40A4-A229-24A7DC2CCCB6}"/>
          </ac:spMkLst>
        </pc:spChg>
      </pc:sldChg>
      <pc:sldChg chg="addSp delSp modSp add mod setBg delDesignElem">
        <pc:chgData name="Tom Maurer" userId="63e8d4ad-d51a-484a-93f0-e9b7fcba0e4f" providerId="ADAL" clId="{028F2F38-132A-4975-8697-C24D68858CB3}" dt="2024-09-05T15:37:02.646" v="1392" actId="1076"/>
        <pc:sldMkLst>
          <pc:docMk/>
          <pc:sldMk cId="829943624" sldId="264"/>
        </pc:sldMkLst>
        <pc:spChg chg="mod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2" creationId="{E5B5C4F0-8297-1AA0-55CF-03DE58944232}"/>
          </ac:spMkLst>
        </pc:spChg>
        <pc:spChg chg="mod or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3" creationId="{01BF52CC-D3A2-17FB-A5AF-97FC2526AB3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2" creationId="{56526AC5-B69B-47B3-AFD9-961DC6CBA025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4" creationId="{840A09FC-0CA0-4C21-BE1C-1463F1CFCFDA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6" creationId="{7F638F10-EE56-40D0-BF90-58420C1B54B6}"/>
          </ac:spMkLst>
        </pc:spChg>
        <pc:spChg chg="add del">
          <ac:chgData name="Tom Maurer" userId="63e8d4ad-d51a-484a-93f0-e9b7fcba0e4f" providerId="ADAL" clId="{028F2F38-132A-4975-8697-C24D68858CB3}" dt="2024-09-05T15:36:47.958" v="1383" actId="26606"/>
          <ac:spMkLst>
            <pc:docMk/>
            <pc:sldMk cId="829943624" sldId="264"/>
            <ac:spMk id="18" creationId="{DD007ECD-0DF8-4267-B2FD-CF7B64CD12D8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0" creationId="{A994CE7E-AD98-4045-A15B-9054CF58DC8F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1" creationId="{19C1720A-5B1A-4E31-93A0-A8ACD67EE572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2" creationId="{67C5F271-EC3D-4C17-8F0A-F4F15F524D0E}"/>
          </ac:spMkLst>
        </pc:spChg>
        <pc:spChg chg="add">
          <ac:chgData name="Tom Maurer" userId="63e8d4ad-d51a-484a-93f0-e9b7fcba0e4f" providerId="ADAL" clId="{028F2F38-132A-4975-8697-C24D68858CB3}" dt="2024-09-05T15:36:47.985" v="1384" actId="26606"/>
          <ac:spMkLst>
            <pc:docMk/>
            <pc:sldMk cId="829943624" sldId="264"/>
            <ac:spMk id="23" creationId="{9F8250EE-4590-407B-B039-E8BDF27FA5C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4" creationId="{CE19B044-213B-4670-997D-10A1AF25635E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6" creationId="{4D0C6EAC-4CF1-4405-BB7A-D6E48E7DEB37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48" creationId="{2EF858D7-84ED-4C7D-B0EB-77866DA2D9FD}"/>
          </ac:spMkLst>
        </pc:spChg>
        <pc:spChg chg="del">
          <ac:chgData name="Tom Maurer" userId="63e8d4ad-d51a-484a-93f0-e9b7fcba0e4f" providerId="ADAL" clId="{028F2F38-132A-4975-8697-C24D68858CB3}" dt="2024-09-05T15:29:09.330" v="1168"/>
          <ac:spMkLst>
            <pc:docMk/>
            <pc:sldMk cId="829943624" sldId="264"/>
            <ac:spMk id="50" creationId="{DD88D366-AA6E-40A4-A229-24A7DC2CCCB6}"/>
          </ac:spMkLst>
        </pc:spChg>
        <pc:picChg chg="add mod">
          <ac:chgData name="Tom Maurer" userId="63e8d4ad-d51a-484a-93f0-e9b7fcba0e4f" providerId="ADAL" clId="{028F2F38-132A-4975-8697-C24D68858CB3}" dt="2024-09-05T15:36:52.948" v="1387" actId="14100"/>
          <ac:picMkLst>
            <pc:docMk/>
            <pc:sldMk cId="829943624" sldId="264"/>
            <ac:picMk id="5" creationId="{9761ECEA-8A0C-C975-7EDA-43775A27C6B4}"/>
          </ac:picMkLst>
        </pc:picChg>
        <pc:picChg chg="add mod ord">
          <ac:chgData name="Tom Maurer" userId="63e8d4ad-d51a-484a-93f0-e9b7fcba0e4f" providerId="ADAL" clId="{028F2F38-132A-4975-8697-C24D68858CB3}" dt="2024-09-05T15:37:02.646" v="1392" actId="1076"/>
          <ac:picMkLst>
            <pc:docMk/>
            <pc:sldMk cId="829943624" sldId="264"/>
            <ac:picMk id="7" creationId="{986A1300-3DC3-46CB-F385-CF5E1181B74C}"/>
          </ac:picMkLst>
        </pc:picChg>
        <pc:picChg chg="del">
          <ac:chgData name="Tom Maurer" userId="63e8d4ad-d51a-484a-93f0-e9b7fcba0e4f" providerId="ADAL" clId="{028F2F38-132A-4975-8697-C24D68858CB3}" dt="2024-09-05T15:29:17.406" v="1181" actId="478"/>
          <ac:picMkLst>
            <pc:docMk/>
            <pc:sldMk cId="829943624" sldId="264"/>
            <ac:picMk id="10" creationId="{F0396D09-2573-0869-3036-B80FB747367F}"/>
          </ac:picMkLst>
        </pc:picChg>
        <pc:picChg chg="del">
          <ac:chgData name="Tom Maurer" userId="63e8d4ad-d51a-484a-93f0-e9b7fcba0e4f" providerId="ADAL" clId="{028F2F38-132A-4975-8697-C24D68858CB3}" dt="2024-09-05T15:29:18.915" v="1182" actId="478"/>
          <ac:picMkLst>
            <pc:docMk/>
            <pc:sldMk cId="829943624" sldId="264"/>
            <ac:picMk id="15" creationId="{E33C97D7-DF95-E522-448C-089F0E46DF97}"/>
          </ac:picMkLst>
        </pc:picChg>
      </pc:sldChg>
      <pc:sldChg chg="del">
        <pc:chgData name="Tom Maurer" userId="63e8d4ad-d51a-484a-93f0-e9b7fcba0e4f" providerId="ADAL" clId="{028F2F38-132A-4975-8697-C24D68858CB3}" dt="2024-09-05T15:27:16.985" v="1149" actId="47"/>
        <pc:sldMkLst>
          <pc:docMk/>
          <pc:sldMk cId="1884381967" sldId="264"/>
        </pc:sldMkLst>
      </pc:sldChg>
      <pc:sldChg chg="new del">
        <pc:chgData name="Tom Maurer" userId="63e8d4ad-d51a-484a-93f0-e9b7fcba0e4f" providerId="ADAL" clId="{028F2F38-132A-4975-8697-C24D68858CB3}" dt="2024-09-05T15:29:05.015" v="1163" actId="680"/>
        <pc:sldMkLst>
          <pc:docMk/>
          <pc:sldMk cId="2858079448" sldId="264"/>
        </pc:sldMkLst>
      </pc:sldChg>
      <pc:sldChg chg="addSp delSp modSp new mod modNotesTx">
        <pc:chgData name="Tom Maurer" userId="63e8d4ad-d51a-484a-93f0-e9b7fcba0e4f" providerId="ADAL" clId="{028F2F38-132A-4975-8697-C24D68858CB3}" dt="2024-09-05T15:39:59.257" v="1509" actId="20577"/>
        <pc:sldMkLst>
          <pc:docMk/>
          <pc:sldMk cId="2541004291" sldId="265"/>
        </pc:sldMkLst>
        <pc:spChg chg="mod">
          <ac:chgData name="Tom Maurer" userId="63e8d4ad-d51a-484a-93f0-e9b7fcba0e4f" providerId="ADAL" clId="{028F2F38-132A-4975-8697-C24D68858CB3}" dt="2024-09-05T15:37:22.186" v="1405" actId="20577"/>
          <ac:spMkLst>
            <pc:docMk/>
            <pc:sldMk cId="2541004291" sldId="265"/>
            <ac:spMk id="2" creationId="{F0072D4A-5330-BE2B-D316-75A1BB1F7672}"/>
          </ac:spMkLst>
        </pc:spChg>
        <pc:spChg chg="del mod">
          <ac:chgData name="Tom Maurer" userId="63e8d4ad-d51a-484a-93f0-e9b7fcba0e4f" providerId="ADAL" clId="{028F2F38-132A-4975-8697-C24D68858CB3}" dt="2024-09-05T15:39:00.238" v="1470" actId="22"/>
          <ac:spMkLst>
            <pc:docMk/>
            <pc:sldMk cId="2541004291" sldId="265"/>
            <ac:spMk id="3" creationId="{217A63D3-5E08-A5E1-2194-E08759BDE5F0}"/>
          </ac:spMkLst>
        </pc:spChg>
        <pc:picChg chg="add mod">
          <ac:chgData name="Tom Maurer" userId="63e8d4ad-d51a-484a-93f0-e9b7fcba0e4f" providerId="ADAL" clId="{028F2F38-132A-4975-8697-C24D68858CB3}" dt="2024-09-05T15:39:07.869" v="1474" actId="1076"/>
          <ac:picMkLst>
            <pc:docMk/>
            <pc:sldMk cId="2541004291" sldId="265"/>
            <ac:picMk id="5" creationId="{D7D4C9B4-FA25-55BC-78F0-13EF314F4074}"/>
          </ac:picMkLst>
        </pc:picChg>
        <pc:picChg chg="add mod ord">
          <ac:chgData name="Tom Maurer" userId="63e8d4ad-d51a-484a-93f0-e9b7fcba0e4f" providerId="ADAL" clId="{028F2F38-132A-4975-8697-C24D68858CB3}" dt="2024-09-05T15:39:16.238" v="1477" actId="14100"/>
          <ac:picMkLst>
            <pc:docMk/>
            <pc:sldMk cId="2541004291" sldId="265"/>
            <ac:picMk id="7" creationId="{2A2E3882-718B-32A6-9964-0AAA6973F8CD}"/>
          </ac:picMkLst>
        </pc:picChg>
      </pc:sldChg>
      <pc:sldChg chg="del">
        <pc:chgData name="Tom Maurer" userId="63e8d4ad-d51a-484a-93f0-e9b7fcba0e4f" providerId="ADAL" clId="{028F2F38-132A-4975-8697-C24D68858CB3}" dt="2024-09-05T15:27:18.741" v="1150" actId="47"/>
        <pc:sldMkLst>
          <pc:docMk/>
          <pc:sldMk cId="3663277866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05C460-BEB4-4007-87EE-4DE532DBFBB2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21EDD-3A98-4A29-9F21-362CDB9B3C3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183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- Assignment 1 marks coming this week</a:t>
            </a:r>
          </a:p>
          <a:p>
            <a:pPr marL="171450" indent="-171450">
              <a:buFontTx/>
              <a:buChar char="-"/>
            </a:pPr>
            <a:r>
              <a:rPr lang="en-CA" dirty="0"/>
              <a:t>Assignment 2 due next week Friday</a:t>
            </a:r>
          </a:p>
          <a:p>
            <a:pPr marL="171450" indent="-171450">
              <a:buFontTx/>
              <a:buChar char="-"/>
            </a:pPr>
            <a:r>
              <a:rPr lang="en-CA" dirty="0"/>
              <a:t>Do you like the slides or would you prefer going straight </a:t>
            </a:r>
            <a:r>
              <a:rPr lang="en-CA"/>
              <a:t>into examples?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549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c259f0d05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c259f0d05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Explain tree structure, draw it out on </a:t>
            </a:r>
            <a:r>
              <a:rPr lang="en-CA"/>
              <a:t>the 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D21EDD-3A98-4A29-9F21-362CDB9B3C39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6576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975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851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3749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413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0286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863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425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3537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929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1795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0989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72814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5480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1427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500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73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4738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656751" y="1680379"/>
            <a:ext cx="566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8047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0D7D66B-DB62-4E59-A0E9-775EEBAE6FE4}" type="datetimeFigureOut">
              <a:rPr lang="en-CA" smtClean="0"/>
              <a:t>2024-09-23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CC000-23D1-4DB9-BBE1-9CEF68B50E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698544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33B63-26CE-A171-AA3C-D22BCC026A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Flutter Stateful Widgets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08CB5-82BB-07A5-032A-EFF043ED7B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DMIT 2504 Week 4 day 1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096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62000"/>
                <a:hueMod val="108000"/>
                <a:satMod val="164000"/>
                <a:lumMod val="69000"/>
              </a:schemeClr>
              <a:schemeClr val="bg1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B731151-418C-4F0C-BFEC-3E68137FF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0C6E5-7800-E2E2-1265-BA9366E54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</a:pPr>
            <a:r>
              <a:rPr lang="en-US" sz="7200"/>
              <a:t>Announcements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25EAF-C5BE-4B57-A0E1-BA35B7C83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08492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5D2D844C-AB64-4A03-80BE-33212E61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AAD0E9B-89C2-4268-98B4-BA7BFFF2C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1653AB08-C531-42A8-AA8D-C2ABAE87C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72E47EEC-33C8-4EC3-8BFC-BB02B417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A8BC9CC6-50D5-4C61-9EDE-315A1B5F1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CED2641B-4430-4CF4-89AB-3FADDD630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04" name="Freeform: Shape 10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CA"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</a:rPr>
              <a:t>Expectations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103312" y="2763520"/>
            <a:ext cx="8946541" cy="348487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Late Assignments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No Cheating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Be a good classmate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Don’t go to stupid sites in class </a:t>
            </a:r>
          </a:p>
          <a:p>
            <a:pPr>
              <a:spcBef>
                <a:spcPts val="1000"/>
              </a:spcBef>
              <a:buSzPct val="80000"/>
              <a:buFont typeface="Wingdings 3" charset="2"/>
              <a:buChar char=""/>
            </a:pPr>
            <a:r>
              <a:rPr lang="en-US" dirty="0"/>
              <a:t>Show up to class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/>
              <a:t>Recap: Stateless Widgets</a:t>
            </a:r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648931" y="2438400"/>
            <a:ext cx="4166509" cy="3785419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dirty="0"/>
              <a:t>Nearly everything in flutter is a widget</a:t>
            </a:r>
          </a:p>
          <a:p>
            <a:r>
              <a:rPr lang="en-US" dirty="0"/>
              <a:t>Widgets without state are created and stay the way they are</a:t>
            </a:r>
          </a:p>
          <a:p>
            <a:r>
              <a:rPr lang="en-US" dirty="0"/>
              <a:t>Widgets need to override the build function and return a Widget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D6CEF2A9-EF08-4FB3-AFFB-C5F77AB6E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09C3C2-C0A8-4559-8462-8007573DF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3992" y="0"/>
            <a:ext cx="609842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4C535542-B72A-4DE0-BE5A-5EA00508C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450577" y="2756642"/>
            <a:ext cx="6858000" cy="1344715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E39623-B7F4-309C-8F20-5AA4CF3B5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92" y="1163888"/>
            <a:ext cx="5449889" cy="4530221"/>
          </a:xfrm>
          <a:prstGeom prst="rect">
            <a:avLst/>
          </a:prstGeom>
          <a:effectLst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1DF0705-615B-4CF3-A16F-8C14680D8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783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5C4F0-8297-1AA0-55CF-03DE5894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522879" cy="4470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chemeClr val="bg2"/>
                </a:solidFill>
              </a:rPr>
              <a:t>What if I need to store and respond to some state?</a:t>
            </a:r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01BF52CC-D3A2-17FB-A5AF-97FC2526AB36}"/>
              </a:ext>
            </a:extLst>
          </p:cNvPr>
          <p:cNvSpPr txBox="1">
            <a:spLocks/>
          </p:cNvSpPr>
          <p:nvPr/>
        </p:nvSpPr>
        <p:spPr>
          <a:xfrm>
            <a:off x="5204109" y="1645920"/>
            <a:ext cx="6269434" cy="447082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Say I want to track how often a button has been pressed and update a visual counter</a:t>
            </a:r>
          </a:p>
          <a:p>
            <a:r>
              <a:rPr lang="en-US"/>
              <a:t>I need some sense of state to track button presses</a:t>
            </a:r>
          </a:p>
          <a:p>
            <a:r>
              <a:rPr lang="en-US"/>
              <a:t>Any time the state changes I need to redraw the counter</a:t>
            </a:r>
          </a:p>
          <a:p>
            <a:r>
              <a:rPr lang="en-US"/>
              <a:t>I don’t want to redraw my entire app if I don’t have to</a:t>
            </a:r>
          </a:p>
          <a:p>
            <a:r>
              <a:rPr lang="en-US"/>
              <a:t>Flutter can handle all of these requirements with Stateful widgets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943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822F7-2E55-734C-F241-A924D662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65" y="629266"/>
            <a:ext cx="9816388" cy="16419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Parts of a stateful Widget</a:t>
            </a:r>
          </a:p>
        </p:txBody>
      </p:sp>
      <p:sp>
        <p:nvSpPr>
          <p:cNvPr id="3" name="Google Shape;81;p16">
            <a:extLst>
              <a:ext uri="{FF2B5EF4-FFF2-40B4-BE49-F238E27FC236}">
                <a16:creationId xmlns:a16="http://schemas.microsoft.com/office/drawing/2014/main" id="{3859C4BF-A2A6-0703-464B-A9C61E09CAAE}"/>
              </a:ext>
            </a:extLst>
          </p:cNvPr>
          <p:cNvSpPr txBox="1">
            <a:spLocks/>
          </p:cNvSpPr>
          <p:nvPr/>
        </p:nvSpPr>
        <p:spPr>
          <a:xfrm>
            <a:off x="475117" y="2271252"/>
            <a:ext cx="4826457" cy="421531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The Widget</a:t>
            </a:r>
          </a:p>
          <a:p>
            <a:r>
              <a:rPr lang="en-US" sz="2400" dirty="0"/>
              <a:t>extends the </a:t>
            </a:r>
            <a:r>
              <a:rPr lang="en-US" sz="2400" dirty="0" err="1"/>
              <a:t>StatefulWidget</a:t>
            </a:r>
            <a:r>
              <a:rPr lang="en-US" sz="2400" dirty="0"/>
              <a:t> class</a:t>
            </a:r>
          </a:p>
          <a:p>
            <a:r>
              <a:rPr lang="en-US" sz="2400" dirty="0"/>
              <a:t>Overrides the </a:t>
            </a:r>
            <a:r>
              <a:rPr lang="en-US" sz="2400" dirty="0" err="1"/>
              <a:t>createState</a:t>
            </a:r>
            <a:r>
              <a:rPr lang="en-US" sz="2400" dirty="0"/>
              <a:t>() function</a:t>
            </a:r>
          </a:p>
          <a:p>
            <a:r>
              <a:rPr lang="en-US" sz="2400" dirty="0"/>
              <a:t>Contains the constructor</a:t>
            </a:r>
          </a:p>
          <a:p>
            <a:endParaRPr lang="en-US" sz="2400" dirty="0"/>
          </a:p>
        </p:txBody>
      </p:sp>
      <p:sp>
        <p:nvSpPr>
          <p:cNvPr id="4" name="Google Shape;81;p16">
            <a:extLst>
              <a:ext uri="{FF2B5EF4-FFF2-40B4-BE49-F238E27FC236}">
                <a16:creationId xmlns:a16="http://schemas.microsoft.com/office/drawing/2014/main" id="{11DB3926-D6F0-36CD-9271-32757772D420}"/>
              </a:ext>
            </a:extLst>
          </p:cNvPr>
          <p:cNvSpPr txBox="1">
            <a:spLocks/>
          </p:cNvSpPr>
          <p:nvPr/>
        </p:nvSpPr>
        <p:spPr>
          <a:xfrm>
            <a:off x="6279287" y="2142334"/>
            <a:ext cx="4826457" cy="421531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2400" b="1" dirty="0"/>
              <a:t>The State</a:t>
            </a:r>
          </a:p>
          <a:p>
            <a:r>
              <a:rPr lang="en-US" sz="2400" dirty="0"/>
              <a:t>extends the State class</a:t>
            </a:r>
          </a:p>
          <a:p>
            <a:r>
              <a:rPr lang="en-US" sz="2400" dirty="0"/>
              <a:t>Overrides the build() function</a:t>
            </a:r>
          </a:p>
          <a:p>
            <a:r>
              <a:rPr lang="en-US" sz="2400" dirty="0"/>
              <a:t>Overrides the </a:t>
            </a:r>
            <a:r>
              <a:rPr lang="en-US" sz="2400" dirty="0" err="1"/>
              <a:t>initState</a:t>
            </a:r>
            <a:r>
              <a:rPr lang="en-US" sz="2400" dirty="0"/>
              <a:t>() function</a:t>
            </a:r>
          </a:p>
          <a:p>
            <a:r>
              <a:rPr lang="en-US" sz="2400" dirty="0"/>
              <a:t>Contains all state properties</a:t>
            </a:r>
          </a:p>
          <a:p>
            <a:r>
              <a:rPr lang="en-US" sz="2400" dirty="0"/>
              <a:t>Allows the </a:t>
            </a:r>
            <a:r>
              <a:rPr lang="en-US" sz="2400" dirty="0" err="1"/>
              <a:t>setState</a:t>
            </a:r>
            <a:r>
              <a:rPr lang="en-US" sz="2400" dirty="0"/>
              <a:t>() function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155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A4C0-5C34-C849-C248-285DC252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2502" y="84517"/>
            <a:ext cx="4767471" cy="1641986"/>
          </a:xfrm>
        </p:spPr>
        <p:txBody>
          <a:bodyPr>
            <a:normAutofit/>
          </a:bodyPr>
          <a:lstStyle/>
          <a:p>
            <a:r>
              <a:rPr lang="en-CA" dirty="0"/>
              <a:t>The code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DBD65C-27BF-82D6-5F92-2717959B4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0283" y="4662982"/>
            <a:ext cx="4229690" cy="15432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57480F-32EA-A0CC-0794-B61D491B34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286180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7ED1CD-6A4D-6918-D13F-D3FB0CFBD349}"/>
              </a:ext>
            </a:extLst>
          </p:cNvPr>
          <p:cNvSpPr txBox="1"/>
          <p:nvPr/>
        </p:nvSpPr>
        <p:spPr>
          <a:xfrm>
            <a:off x="8647337" y="4167190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This is the Widget part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3AD9BF-6375-5918-A160-C4AB730600EA}"/>
              </a:ext>
            </a:extLst>
          </p:cNvPr>
          <p:cNvSpPr txBox="1"/>
          <p:nvPr/>
        </p:nvSpPr>
        <p:spPr>
          <a:xfrm>
            <a:off x="5286180" y="3059668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This is the state part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50BD2F-5A86-CDD6-13A6-85F8212DB99C}"/>
              </a:ext>
            </a:extLst>
          </p:cNvPr>
          <p:cNvSpPr/>
          <p:nvPr/>
        </p:nvSpPr>
        <p:spPr>
          <a:xfrm>
            <a:off x="214009" y="223735"/>
            <a:ext cx="1284051" cy="214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07C079-5AD2-F362-7AC7-D8EAD105B0AC}"/>
              </a:ext>
            </a:extLst>
          </p:cNvPr>
          <p:cNvSpPr txBox="1"/>
          <p:nvPr/>
        </p:nvSpPr>
        <p:spPr>
          <a:xfrm>
            <a:off x="2339249" y="342765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state variables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0A53DF-9F0A-CC01-F0D0-C6A33DBC5090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1498060" y="330740"/>
            <a:ext cx="841189" cy="19669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51F2347-BC63-6F92-EB14-67501F293AEC}"/>
              </a:ext>
            </a:extLst>
          </p:cNvPr>
          <p:cNvSpPr/>
          <p:nvPr/>
        </p:nvSpPr>
        <p:spPr>
          <a:xfrm>
            <a:off x="330740" y="768483"/>
            <a:ext cx="1070043" cy="5131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92D243-6FB0-0AA4-2758-DBB165E85FEA}"/>
              </a:ext>
            </a:extLst>
          </p:cNvPr>
          <p:cNvSpPr txBox="1"/>
          <p:nvPr/>
        </p:nvSpPr>
        <p:spPr>
          <a:xfrm>
            <a:off x="2262644" y="840376"/>
            <a:ext cx="2412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Updating the state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5B5253-4051-338D-08D3-5A58B42868A3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1400783" y="1025042"/>
            <a:ext cx="861861" cy="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A3C4AD60-8F6F-B7A8-8E56-6A31ED233106}"/>
              </a:ext>
            </a:extLst>
          </p:cNvPr>
          <p:cNvSpPr/>
          <p:nvPr/>
        </p:nvSpPr>
        <p:spPr>
          <a:xfrm>
            <a:off x="1145714" y="4277996"/>
            <a:ext cx="861861" cy="225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DE20D7-B393-2467-C2E4-E9761DC53104}"/>
              </a:ext>
            </a:extLst>
          </p:cNvPr>
          <p:cNvSpPr txBox="1"/>
          <p:nvPr/>
        </p:nvSpPr>
        <p:spPr>
          <a:xfrm>
            <a:off x="2837488" y="4093330"/>
            <a:ext cx="2412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using the state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7A0BC45-EC7E-BC85-4075-DA0D8082CA8E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 flipV="1">
            <a:off x="2007575" y="4277996"/>
            <a:ext cx="829913" cy="1129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B6941EE-1624-DF64-4EE2-D57A9CD0601D}"/>
              </a:ext>
            </a:extLst>
          </p:cNvPr>
          <p:cNvSpPr/>
          <p:nvPr/>
        </p:nvSpPr>
        <p:spPr>
          <a:xfrm>
            <a:off x="1463863" y="5532142"/>
            <a:ext cx="1373625" cy="2259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6C84A6-E9AF-9F87-713A-D4E69CBA7D31}"/>
              </a:ext>
            </a:extLst>
          </p:cNvPr>
          <p:cNvSpPr txBox="1"/>
          <p:nvPr/>
        </p:nvSpPr>
        <p:spPr>
          <a:xfrm>
            <a:off x="3122281" y="5645097"/>
            <a:ext cx="3844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Function that updates</a:t>
            </a:r>
          </a:p>
          <a:p>
            <a:r>
              <a:rPr lang="en-CA" dirty="0"/>
              <a:t> the state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96A26A-3051-209D-EE2B-FFCDC8172E57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2837488" y="5645097"/>
            <a:ext cx="284793" cy="3231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BF9DA85A-0BE9-425F-4B41-D2802C9160AD}"/>
              </a:ext>
            </a:extLst>
          </p:cNvPr>
          <p:cNvSpPr/>
          <p:nvPr/>
        </p:nvSpPr>
        <p:spPr>
          <a:xfrm>
            <a:off x="2291827" y="24398"/>
            <a:ext cx="1284051" cy="214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9C54409-DA09-5152-3AB6-E372786614A3}"/>
              </a:ext>
            </a:extLst>
          </p:cNvPr>
          <p:cNvSpPr/>
          <p:nvPr/>
        </p:nvSpPr>
        <p:spPr>
          <a:xfrm>
            <a:off x="9676237" y="4668068"/>
            <a:ext cx="1284051" cy="214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413411-7181-6B98-028E-5C11DB201F23}"/>
              </a:ext>
            </a:extLst>
          </p:cNvPr>
          <p:cNvSpPr/>
          <p:nvPr/>
        </p:nvSpPr>
        <p:spPr>
          <a:xfrm>
            <a:off x="8005864" y="5532142"/>
            <a:ext cx="4054109" cy="4399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88D16F2-0A30-F6F9-BEA8-06FA3C986449}"/>
              </a:ext>
            </a:extLst>
          </p:cNvPr>
          <p:cNvSpPr txBox="1"/>
          <p:nvPr/>
        </p:nvSpPr>
        <p:spPr>
          <a:xfrm>
            <a:off x="5232433" y="5059756"/>
            <a:ext cx="25122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Linking the widget to</a:t>
            </a:r>
          </a:p>
          <a:p>
            <a:pPr algn="r"/>
            <a:r>
              <a:rPr lang="en-CA" dirty="0"/>
              <a:t>its state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99EEA06-E7B5-00B6-1D5E-4C4E55DC49A6}"/>
              </a:ext>
            </a:extLst>
          </p:cNvPr>
          <p:cNvCxnSpPr>
            <a:cxnSpLocks/>
            <a:stCxn id="45" idx="3"/>
            <a:endCxn id="44" idx="1"/>
          </p:cNvCxnSpPr>
          <p:nvPr/>
        </p:nvCxnSpPr>
        <p:spPr>
          <a:xfrm>
            <a:off x="7744659" y="5382922"/>
            <a:ext cx="261205" cy="36918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14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BA20-F002-F483-7D88-6DAD95FE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Initializing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2AB40-8944-647D-F8DB-3C1FE5ED0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Initializing state can be done in 2 ways</a:t>
            </a:r>
          </a:p>
          <a:p>
            <a:r>
              <a:rPr lang="en-CA" dirty="0"/>
              <a:t>First you can simply set the values when you create them</a:t>
            </a:r>
          </a:p>
          <a:p>
            <a:endParaRPr lang="en-CA" dirty="0"/>
          </a:p>
          <a:p>
            <a:r>
              <a:rPr lang="en-CA" dirty="0"/>
              <a:t>If your state initialization relies on the location of the widget in the tree or some other source of information you can initialize with </a:t>
            </a:r>
            <a:r>
              <a:rPr lang="en-CA" dirty="0" err="1"/>
              <a:t>initState</a:t>
            </a:r>
            <a:r>
              <a:rPr lang="en-CA" dirty="0"/>
              <a:t>()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7BC1FF-6F0B-025C-FE52-7A70C9AF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472" y="2966936"/>
            <a:ext cx="3060498" cy="3238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E8A916-B278-E18D-74A2-80FB10EE7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974" y="4204817"/>
            <a:ext cx="3860780" cy="234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136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380</TotalTime>
  <Words>300</Words>
  <Application>Microsoft Office PowerPoint</Application>
  <PresentationFormat>Widescreen</PresentationFormat>
  <Paragraphs>51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Ion</vt:lpstr>
      <vt:lpstr>Flutter Stateful Widgets</vt:lpstr>
      <vt:lpstr>Announcements</vt:lpstr>
      <vt:lpstr>Expectations</vt:lpstr>
      <vt:lpstr>Recap: Stateless Widgets</vt:lpstr>
      <vt:lpstr>What if I need to store and respond to some state?</vt:lpstr>
      <vt:lpstr>Parts of a stateful Widget</vt:lpstr>
      <vt:lpstr>The code</vt:lpstr>
      <vt:lpstr>Initializing state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Maurer</dc:creator>
  <cp:lastModifiedBy>Tom Maurer</cp:lastModifiedBy>
  <cp:revision>1</cp:revision>
  <dcterms:created xsi:type="dcterms:W3CDTF">2024-08-30T16:20:47Z</dcterms:created>
  <dcterms:modified xsi:type="dcterms:W3CDTF">2024-09-23T22:14:58Z</dcterms:modified>
</cp:coreProperties>
</file>